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10" pos="1572" userDrawn="1">
          <p15:clr>
            <a:srgbClr val="A4A3A4"/>
          </p15:clr>
        </p15:guide>
        <p15:guide id="12" pos="2593" userDrawn="1">
          <p15:clr>
            <a:srgbClr val="A4A3A4"/>
          </p15:clr>
        </p15:guide>
        <p15:guide id="18" pos="4407" userDrawn="1">
          <p15:clr>
            <a:srgbClr val="A4A3A4"/>
          </p15:clr>
        </p15:guide>
        <p15:guide id="19" pos="438" userDrawn="1">
          <p15:clr>
            <a:srgbClr val="A4A3A4"/>
          </p15:clr>
        </p15:guide>
        <p15:guide id="20" pos="5768" userDrawn="1">
          <p15:clr>
            <a:srgbClr val="A4A3A4"/>
          </p15:clr>
        </p15:guide>
        <p15:guide id="23" orient="horz" pos="1480" userDrawn="1">
          <p15:clr>
            <a:srgbClr val="A4A3A4"/>
          </p15:clr>
        </p15:guide>
        <p15:guide id="26" orient="horz" pos="4201" userDrawn="1">
          <p15:clr>
            <a:srgbClr val="A4A3A4"/>
          </p15:clr>
        </p15:guide>
        <p15:guide id="27" pos="892" userDrawn="1">
          <p15:clr>
            <a:srgbClr val="A4A3A4"/>
          </p15:clr>
        </p15:guide>
        <p15:guide id="28" pos="3160" userDrawn="1">
          <p15:clr>
            <a:srgbClr val="A4A3A4"/>
          </p15:clr>
        </p15:guide>
        <p15:guide id="34" pos="1685" userDrawn="1">
          <p15:clr>
            <a:srgbClr val="A4A3A4"/>
          </p15:clr>
        </p15:guide>
        <p15:guide id="35" pos="2706" userDrawn="1">
          <p15:clr>
            <a:srgbClr val="A4A3A4"/>
          </p15:clr>
        </p15:guide>
        <p15:guide id="36" orient="horz" pos="2387" userDrawn="1">
          <p15:clr>
            <a:srgbClr val="A4A3A4"/>
          </p15:clr>
        </p15:guide>
        <p15:guide id="37" pos="665" userDrawn="1">
          <p15:clr>
            <a:srgbClr val="A4A3A4"/>
          </p15:clr>
        </p15:guide>
        <p15:guide id="38" pos="3613" userDrawn="1">
          <p15:clr>
            <a:srgbClr val="A4A3A4"/>
          </p15:clr>
        </p15:guide>
        <p15:guide id="39" orient="horz" pos="3181" userDrawn="1">
          <p15:clr>
            <a:srgbClr val="A4A3A4"/>
          </p15:clr>
        </p15:guide>
        <p15:guide id="40" orient="horz" pos="1933" userDrawn="1">
          <p15:clr>
            <a:srgbClr val="A4A3A4"/>
          </p15:clr>
        </p15:guide>
        <p15:guide id="41" orient="horz" pos="36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84" y="234"/>
      </p:cViewPr>
      <p:guideLst>
        <p:guide orient="horz"/>
        <p:guide pos="1572"/>
        <p:guide pos="2593"/>
        <p:guide pos="4407"/>
        <p:guide pos="438"/>
        <p:guide pos="5768"/>
        <p:guide orient="horz" pos="1480"/>
        <p:guide orient="horz" pos="4201"/>
        <p:guide pos="892"/>
        <p:guide pos="3160"/>
        <p:guide pos="1685"/>
        <p:guide pos="2706"/>
        <p:guide orient="horz" pos="2387"/>
        <p:guide pos="665"/>
        <p:guide pos="3613"/>
        <p:guide orient="horz" pos="3181"/>
        <p:guide orient="horz" pos="1933"/>
        <p:guide orient="horz" pos="36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41E5BA-239C-8868-F7D4-C20C794D9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F2BB257-A678-E87A-4FD2-6BA53CC31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5B462C-E1A9-73B0-9557-7B56CF7B3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EA1D-96B7-46D3-AB81-24435C51EEB7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9E5AD0-3748-5F81-2106-B830D3E57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823D89-7C48-F0E9-2E1F-7458CE04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DE08-A7DE-4BDE-845C-5FC5CA8FAA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492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F0BDC5-46BA-9729-88FD-7AFAAF77C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39E55E-D09A-36FD-3930-89BC20149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190203-06D3-D19F-BC9B-A78E2749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EA1D-96B7-46D3-AB81-24435C51EEB7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6AC957-35BB-76A7-7CA2-D6027A9F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3860B3-C404-562A-55C1-5158ECCC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DE08-A7DE-4BDE-845C-5FC5CA8FAA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8334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52CAE4-C903-9426-05AF-E6116CA77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225A9AA-2C9F-0602-EA16-B70D5D1A3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BB846C-CB1F-4B23-1F4E-6F863E72D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EA1D-96B7-46D3-AB81-24435C51EEB7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E4DE17-E052-2797-FD21-57CED7E31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12EE4C-7878-E71B-1845-0E7488C7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DE08-A7DE-4BDE-845C-5FC5CA8FAA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76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2707C8-CDE8-0A19-90B1-CC9D6F21D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8C9EAC-725D-3E6E-38AE-442F26376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A788A5-B926-BA26-D6C5-CCEDFAED3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416CB1-4EF3-3A9E-3D73-49EE21BBA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EA1D-96B7-46D3-AB81-24435C51EEB7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5D3CE1C-EFCC-FCE1-FAD0-D4723ED4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0EFCAB6-0F7C-853C-E7D9-33B988AE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DE08-A7DE-4BDE-845C-5FC5CA8FAA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642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900954-D991-C998-C5A1-12F62F22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E94B9C-FA01-7589-ABB8-81BC0154B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DD53AC7-1A43-8148-1C5E-28FCAE4D6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6E5BF56-A6FE-A108-A662-5CC084C0C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8658B05-6F7F-1A77-F772-24EAA33A5F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9229E89-863C-1BDF-E603-D3CC4DA0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EA1D-96B7-46D3-AB81-24435C51EEB7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840CA12-5CB8-4AAB-A305-A08E015A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9418A2E-04FA-3FA9-BAB8-550F0184D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DE08-A7DE-4BDE-845C-5FC5CA8FAA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7112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FD8EDB-B32F-D85A-BBE4-496E33395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78DDCF2-25F0-A6A1-B1B1-3B6C93F0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EA1D-96B7-46D3-AB81-24435C51EEB7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0C332A-97EB-2863-7FB2-3285901A7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7413004-18A8-E384-7374-76CD7AA8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DE08-A7DE-4BDE-845C-5FC5CA8FAA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4560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0D15782-A066-078D-419D-8B73DF5BE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EA1D-96B7-46D3-AB81-24435C51EEB7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2E93CD9-C60F-DE85-344F-EFF8BD458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DC683C-C921-D8F3-9950-4967C243D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DE08-A7DE-4BDE-845C-5FC5CA8FAA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8966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77188E-BCE7-FD53-C080-FE158903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3387AE-8968-7331-9096-0994025DD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ECE1EAF-6D2A-42A9-2AF1-6FF27346A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C94395F-3D92-E6B0-30C7-346A71C50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EA1D-96B7-46D3-AB81-24435C51EEB7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5586154-73EA-6A89-7088-3444A882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483E9DB-9158-1760-1471-A7D4F9C7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DE08-A7DE-4BDE-845C-5FC5CA8FAA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7412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C95CCA-5637-BDC3-0ED3-B8BCA8B3C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3A873C6-BB37-B1CE-23D2-A6FCEF86C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1D1BB7D-DF1A-6325-66DC-5A943A26B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30A941-6DF6-CC2D-4374-84EE1AD3E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EA1D-96B7-46D3-AB81-24435C51EEB7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9B842A-B91F-93A0-9574-8FBF36043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F876E6-CE1B-6716-5E76-C5198009B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DE08-A7DE-4BDE-845C-5FC5CA8FAA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70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DD5748-0115-50E4-B9E4-2C59586FC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B1E0114-F668-8241-495B-796C21C32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11CE2F-D51A-C745-54BF-1C07169C8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EA1D-96B7-46D3-AB81-24435C51EEB7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837385-CD5A-4EB2-9621-02F9F4692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129AF3-37A3-7F9B-5980-3CB7AE40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DE08-A7DE-4BDE-845C-5FC5CA8FAA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8821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CB77389-9B35-D43B-367A-2B2DA39FC0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5BF828-36C9-9BFA-CB40-FA87C7BFC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DA8345-3DF0-71E7-3CC0-76CD1209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EA1D-96B7-46D3-AB81-24435C51EEB7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E5EEC1-233C-A399-106F-F57F8C41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0C7DB8-1DF0-34F8-1A21-25CFB6A14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DE08-A7DE-4BDE-845C-5FC5CA8FAA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068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89AC83D-BDC9-DF3C-83DC-E11D10277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AC8F407-E780-0735-19D2-E01DC7A10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6ED2D1-A03D-E4A1-D596-C0CB60E417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0EA1D-96B7-46D3-AB81-24435C51EEB7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2C4DC6-BBC4-D1FF-57A3-938E479F9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12B1BB-E684-C5E4-7F9C-E76F58DEA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EDE08-A7DE-4BDE-845C-5FC5CA8FAA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39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群組 61">
            <a:extLst>
              <a:ext uri="{FF2B5EF4-FFF2-40B4-BE49-F238E27FC236}">
                <a16:creationId xmlns:a16="http://schemas.microsoft.com/office/drawing/2014/main" id="{806FD4B6-4517-0698-FDBF-8C10038C45B7}"/>
              </a:ext>
            </a:extLst>
          </p:cNvPr>
          <p:cNvGrpSpPr/>
          <p:nvPr/>
        </p:nvGrpSpPr>
        <p:grpSpPr>
          <a:xfrm>
            <a:off x="713308" y="441083"/>
            <a:ext cx="4180909" cy="2010217"/>
            <a:chOff x="713308" y="441083"/>
            <a:chExt cx="4180909" cy="2010217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52F6FBC8-0FE1-6002-4183-7E9AAFADBDDA}"/>
                </a:ext>
              </a:extLst>
            </p:cNvPr>
            <p:cNvSpPr/>
            <p:nvPr/>
          </p:nvSpPr>
          <p:spPr>
            <a:xfrm>
              <a:off x="713308" y="441083"/>
              <a:ext cx="4180909" cy="20065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42B68DD-0692-9D4A-4A74-56885AC949E7}"/>
                </a:ext>
              </a:extLst>
            </p:cNvPr>
            <p:cNvSpPr/>
            <p:nvPr/>
          </p:nvSpPr>
          <p:spPr>
            <a:xfrm>
              <a:off x="1152253" y="852624"/>
              <a:ext cx="3597546" cy="113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F55B1116-021B-6443-D506-435886CC0E78}"/>
                </a:ext>
              </a:extLst>
            </p:cNvPr>
            <p:cNvGrpSpPr/>
            <p:nvPr/>
          </p:nvGrpSpPr>
          <p:grpSpPr>
            <a:xfrm>
              <a:off x="1433557" y="1145449"/>
              <a:ext cx="3034938" cy="548640"/>
              <a:chOff x="2647405" y="2873829"/>
              <a:chExt cx="3034938" cy="548640"/>
            </a:xfrm>
            <a:solidFill>
              <a:schemeClr val="bg1">
                <a:lumMod val="75000"/>
              </a:schemeClr>
            </a:solidFill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016B87B-679E-B5D2-DA06-3D40668E6273}"/>
                  </a:ext>
                </a:extLst>
              </p:cNvPr>
              <p:cNvSpPr/>
              <p:nvPr/>
            </p:nvSpPr>
            <p:spPr>
              <a:xfrm>
                <a:off x="2647405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ABA3668-EF5C-EDC7-7EB9-5EA5085EC60E}"/>
                  </a:ext>
                </a:extLst>
              </p:cNvPr>
              <p:cNvSpPr/>
              <p:nvPr/>
            </p:nvSpPr>
            <p:spPr>
              <a:xfrm>
                <a:off x="3466011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04BDBCA-91C6-41E9-B052-E2E1446ACB46}"/>
                  </a:ext>
                </a:extLst>
              </p:cNvPr>
              <p:cNvSpPr/>
              <p:nvPr/>
            </p:nvSpPr>
            <p:spPr>
              <a:xfrm>
                <a:off x="4284617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3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F392D4D-0FCF-7780-4287-4C99F1C9E2F0}"/>
                  </a:ext>
                </a:extLst>
              </p:cNvPr>
              <p:cNvSpPr/>
              <p:nvPr/>
            </p:nvSpPr>
            <p:spPr>
              <a:xfrm>
                <a:off x="5133703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4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6313751D-6B65-4C07-8D46-99DA16DFD84B}"/>
                </a:ext>
              </a:extLst>
            </p:cNvPr>
            <p:cNvCxnSpPr/>
            <p:nvPr/>
          </p:nvCxnSpPr>
          <p:spPr>
            <a:xfrm>
              <a:off x="1152253" y="721995"/>
              <a:ext cx="14249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2B45F9BD-5307-F81C-FF50-5E960861B311}"/>
                </a:ext>
              </a:extLst>
            </p:cNvPr>
            <p:cNvSpPr txBox="1"/>
            <p:nvPr/>
          </p:nvSpPr>
          <p:spPr>
            <a:xfrm>
              <a:off x="1055370" y="451675"/>
              <a:ext cx="8145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/>
                <a:t>Main Axis</a:t>
              </a:r>
              <a:endParaRPr lang="zh-TW" altLang="en-US" sz="1200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EE96D52E-A2B1-DD7A-B88B-FA8FDAAAF547}"/>
                </a:ext>
              </a:extLst>
            </p:cNvPr>
            <p:cNvSpPr txBox="1"/>
            <p:nvPr/>
          </p:nvSpPr>
          <p:spPr>
            <a:xfrm>
              <a:off x="2378434" y="860537"/>
              <a:ext cx="11451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/>
                <a:t>Flex Container</a:t>
              </a:r>
              <a:endParaRPr lang="zh-TW" altLang="en-US" sz="1200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E1697F88-3ABA-47E1-78CA-C62A7AA42BA4}"/>
                </a:ext>
              </a:extLst>
            </p:cNvPr>
            <p:cNvSpPr txBox="1"/>
            <p:nvPr/>
          </p:nvSpPr>
          <p:spPr>
            <a:xfrm>
              <a:off x="2520396" y="2174301"/>
              <a:ext cx="8612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/>
                <a:t>Flex Items</a:t>
              </a:r>
              <a:endParaRPr lang="zh-TW" altLang="en-US" sz="1200" dirty="0"/>
            </a:p>
          </p:txBody>
        </p:sp>
        <p:cxnSp>
          <p:nvCxnSpPr>
            <p:cNvPr id="17" name="接點: 弧形 16">
              <a:extLst>
                <a:ext uri="{FF2B5EF4-FFF2-40B4-BE49-F238E27FC236}">
                  <a16:creationId xmlns:a16="http://schemas.microsoft.com/office/drawing/2014/main" id="{5CC1664F-CE28-08E8-20C0-80760EBFEB73}"/>
                </a:ext>
              </a:extLst>
            </p:cNvPr>
            <p:cNvCxnSpPr>
              <a:cxnSpLocks/>
              <a:stCxn id="14" idx="0"/>
              <a:endCxn id="5" idx="2"/>
            </p:cNvCxnSpPr>
            <p:nvPr/>
          </p:nvCxnSpPr>
          <p:spPr>
            <a:xfrm rot="16200000" flipV="1">
              <a:off x="2089346" y="1312620"/>
              <a:ext cx="480212" cy="1243150"/>
            </a:xfrm>
            <a:prstGeom prst="curved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7AD0BCE6-53A1-8BA3-3A62-CE3AFE56DC6F}"/>
                </a:ext>
              </a:extLst>
            </p:cNvPr>
            <p:cNvCxnSpPr>
              <a:cxnSpLocks/>
            </p:cNvCxnSpPr>
            <p:nvPr/>
          </p:nvCxnSpPr>
          <p:spPr>
            <a:xfrm>
              <a:off x="984269" y="852624"/>
              <a:ext cx="0" cy="11342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F2B42D9C-7647-9895-8EE6-4FC02680DEDC}"/>
                </a:ext>
              </a:extLst>
            </p:cNvPr>
            <p:cNvSpPr txBox="1"/>
            <p:nvPr/>
          </p:nvSpPr>
          <p:spPr>
            <a:xfrm rot="16200000">
              <a:off x="411944" y="1115725"/>
              <a:ext cx="879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/>
                <a:t>Cross Axis</a:t>
              </a:r>
              <a:endParaRPr lang="zh-TW" altLang="en-US" sz="1200" dirty="0"/>
            </a:p>
          </p:txBody>
        </p:sp>
        <p:cxnSp>
          <p:nvCxnSpPr>
            <p:cNvPr id="24" name="接點: 弧形 23">
              <a:extLst>
                <a:ext uri="{FF2B5EF4-FFF2-40B4-BE49-F238E27FC236}">
                  <a16:creationId xmlns:a16="http://schemas.microsoft.com/office/drawing/2014/main" id="{17975C17-CF72-F84E-1761-A1C923B515E5}"/>
                </a:ext>
              </a:extLst>
            </p:cNvPr>
            <p:cNvCxnSpPr>
              <a:cxnSpLocks/>
              <a:stCxn id="14" idx="0"/>
              <a:endCxn id="6" idx="2"/>
            </p:cNvCxnSpPr>
            <p:nvPr/>
          </p:nvCxnSpPr>
          <p:spPr>
            <a:xfrm rot="16200000" flipV="1">
              <a:off x="2498649" y="1721923"/>
              <a:ext cx="480212" cy="424544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接點: 弧形 24">
              <a:extLst>
                <a:ext uri="{FF2B5EF4-FFF2-40B4-BE49-F238E27FC236}">
                  <a16:creationId xmlns:a16="http://schemas.microsoft.com/office/drawing/2014/main" id="{151812E9-AFF3-A59E-E016-4B2596A2FDBB}"/>
                </a:ext>
              </a:extLst>
            </p:cNvPr>
            <p:cNvCxnSpPr>
              <a:cxnSpLocks/>
              <a:stCxn id="14" idx="0"/>
              <a:endCxn id="7" idx="2"/>
            </p:cNvCxnSpPr>
            <p:nvPr/>
          </p:nvCxnSpPr>
          <p:spPr>
            <a:xfrm rot="5400000" flipH="1" flipV="1">
              <a:off x="2907952" y="1737164"/>
              <a:ext cx="480212" cy="394062"/>
            </a:xfrm>
            <a:prstGeom prst="curved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接點: 弧形 25">
              <a:extLst>
                <a:ext uri="{FF2B5EF4-FFF2-40B4-BE49-F238E27FC236}">
                  <a16:creationId xmlns:a16="http://schemas.microsoft.com/office/drawing/2014/main" id="{B31EBB66-B10C-BA98-D4F7-38859F19785A}"/>
                </a:ext>
              </a:extLst>
            </p:cNvPr>
            <p:cNvCxnSpPr>
              <a:cxnSpLocks/>
              <a:stCxn id="14" idx="0"/>
              <a:endCxn id="8" idx="2"/>
            </p:cNvCxnSpPr>
            <p:nvPr/>
          </p:nvCxnSpPr>
          <p:spPr>
            <a:xfrm rot="5400000" flipH="1" flipV="1">
              <a:off x="3332495" y="1312621"/>
              <a:ext cx="480212" cy="1243148"/>
            </a:xfrm>
            <a:prstGeom prst="curved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BBA97FAD-DD9D-49A5-C641-773EF0A3D37F}"/>
              </a:ext>
            </a:extLst>
          </p:cNvPr>
          <p:cNvSpPr/>
          <p:nvPr/>
        </p:nvSpPr>
        <p:spPr>
          <a:xfrm>
            <a:off x="1152253" y="2730853"/>
            <a:ext cx="7772672" cy="1134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B707531-0E3F-DB79-1EF6-FBCA308924E7}"/>
              </a:ext>
            </a:extLst>
          </p:cNvPr>
          <p:cNvSpPr/>
          <p:nvPr/>
        </p:nvSpPr>
        <p:spPr>
          <a:xfrm>
            <a:off x="1433557" y="3023678"/>
            <a:ext cx="1367246" cy="5486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flex-basis:20%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2E0904A-4591-5535-FB91-C94DB947CED5}"/>
              </a:ext>
            </a:extLst>
          </p:cNvPr>
          <p:cNvSpPr/>
          <p:nvPr/>
        </p:nvSpPr>
        <p:spPr>
          <a:xfrm>
            <a:off x="2888978" y="3023678"/>
            <a:ext cx="1367246" cy="5486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flex-basis:20%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C6167A7-C560-0779-5D15-565FB0F80EBF}"/>
              </a:ext>
            </a:extLst>
          </p:cNvPr>
          <p:cNvSpPr/>
          <p:nvPr/>
        </p:nvSpPr>
        <p:spPr>
          <a:xfrm>
            <a:off x="4347618" y="3023678"/>
            <a:ext cx="1367246" cy="5486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flex-basis:20%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A15CA45-8E23-6C5A-737D-7C81A66FFFF9}"/>
              </a:ext>
            </a:extLst>
          </p:cNvPr>
          <p:cNvSpPr/>
          <p:nvPr/>
        </p:nvSpPr>
        <p:spPr>
          <a:xfrm>
            <a:off x="5806257" y="3023678"/>
            <a:ext cx="2825885" cy="54864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Remainder: 40%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4809F47-D8F6-6189-BBE8-E786BD83B315}"/>
              </a:ext>
            </a:extLst>
          </p:cNvPr>
          <p:cNvSpPr/>
          <p:nvPr/>
        </p:nvSpPr>
        <p:spPr>
          <a:xfrm>
            <a:off x="1152253" y="4157968"/>
            <a:ext cx="7772672" cy="1134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A509C1C-331A-423F-6694-46406E1F32A0}"/>
              </a:ext>
            </a:extLst>
          </p:cNvPr>
          <p:cNvSpPr/>
          <p:nvPr/>
        </p:nvSpPr>
        <p:spPr>
          <a:xfrm>
            <a:off x="1433557" y="4332328"/>
            <a:ext cx="1367246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flex-basis:20%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flex-grow: 0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D46B678-EF47-6AC2-F003-4728114757F8}"/>
              </a:ext>
            </a:extLst>
          </p:cNvPr>
          <p:cNvSpPr/>
          <p:nvPr/>
        </p:nvSpPr>
        <p:spPr>
          <a:xfrm>
            <a:off x="2888978" y="4332328"/>
            <a:ext cx="2825886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flex-basis:20%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flex-grow: 1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C6C305F-54EC-BA4D-0192-BFBDBF1527D1}"/>
              </a:ext>
            </a:extLst>
          </p:cNvPr>
          <p:cNvSpPr/>
          <p:nvPr/>
        </p:nvSpPr>
        <p:spPr>
          <a:xfrm>
            <a:off x="4252368" y="4450793"/>
            <a:ext cx="1367246" cy="54864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1/2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of remainder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F6F3BCF-C287-F753-F753-8544DB4B1B2A}"/>
              </a:ext>
            </a:extLst>
          </p:cNvPr>
          <p:cNvSpPr/>
          <p:nvPr/>
        </p:nvSpPr>
        <p:spPr>
          <a:xfrm>
            <a:off x="5806257" y="4332328"/>
            <a:ext cx="2825886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flex-basis:20%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flex-grow: 1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CDC1E0A-CC8F-CA07-30EF-FD6400EF4488}"/>
              </a:ext>
            </a:extLst>
          </p:cNvPr>
          <p:cNvSpPr/>
          <p:nvPr/>
        </p:nvSpPr>
        <p:spPr>
          <a:xfrm>
            <a:off x="7169646" y="4450793"/>
            <a:ext cx="1367246" cy="54864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1/2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of remainder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B46B1D7-309E-C55C-60F2-070EB1688084}"/>
              </a:ext>
            </a:extLst>
          </p:cNvPr>
          <p:cNvSpPr/>
          <p:nvPr/>
        </p:nvSpPr>
        <p:spPr>
          <a:xfrm>
            <a:off x="1152253" y="5575453"/>
            <a:ext cx="7772672" cy="1134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6A92E5B-42F2-EA1A-2A4B-D13DDBD5088F}"/>
              </a:ext>
            </a:extLst>
          </p:cNvPr>
          <p:cNvSpPr/>
          <p:nvPr/>
        </p:nvSpPr>
        <p:spPr>
          <a:xfrm>
            <a:off x="1433557" y="5749813"/>
            <a:ext cx="1367246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flex-basis:20%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flex-grow: 0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7070340-165A-6F72-22DE-9845506D1CB9}"/>
              </a:ext>
            </a:extLst>
          </p:cNvPr>
          <p:cNvSpPr/>
          <p:nvPr/>
        </p:nvSpPr>
        <p:spPr>
          <a:xfrm>
            <a:off x="2888978" y="5749813"/>
            <a:ext cx="3349896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flex-basis:20%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flex-grow: 2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6C75D21-3F4D-FDBF-6490-7067D4C00EFD}"/>
              </a:ext>
            </a:extLst>
          </p:cNvPr>
          <p:cNvSpPr/>
          <p:nvPr/>
        </p:nvSpPr>
        <p:spPr>
          <a:xfrm>
            <a:off x="4252368" y="5868278"/>
            <a:ext cx="1864677" cy="54864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2/3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of remainder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C9D8736-ADB1-DCC0-3D5D-8FD158098470}"/>
              </a:ext>
            </a:extLst>
          </p:cNvPr>
          <p:cNvSpPr/>
          <p:nvPr/>
        </p:nvSpPr>
        <p:spPr>
          <a:xfrm>
            <a:off x="6334125" y="5749813"/>
            <a:ext cx="2298018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flex-basis:20%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flex-grow: 1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C3C5EC5-DBB9-0A64-848D-6D3E2927D852}"/>
              </a:ext>
            </a:extLst>
          </p:cNvPr>
          <p:cNvSpPr/>
          <p:nvPr/>
        </p:nvSpPr>
        <p:spPr>
          <a:xfrm>
            <a:off x="7602264" y="5868278"/>
            <a:ext cx="934628" cy="54864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1/3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of remainder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433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F7FFF38-67BD-26A1-419B-143F683B84ED}"/>
              </a:ext>
            </a:extLst>
          </p:cNvPr>
          <p:cNvSpPr/>
          <p:nvPr/>
        </p:nvSpPr>
        <p:spPr>
          <a:xfrm>
            <a:off x="1152253" y="3990975"/>
            <a:ext cx="9029923" cy="142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4809F47-D8F6-6189-BBE8-E786BD83B315}"/>
              </a:ext>
            </a:extLst>
          </p:cNvPr>
          <p:cNvSpPr/>
          <p:nvPr/>
        </p:nvSpPr>
        <p:spPr>
          <a:xfrm>
            <a:off x="1152253" y="3990975"/>
            <a:ext cx="7772672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D46B678-EF47-6AC2-F003-4728114757F8}"/>
              </a:ext>
            </a:extLst>
          </p:cNvPr>
          <p:cNvSpPr/>
          <p:nvPr/>
        </p:nvSpPr>
        <p:spPr>
          <a:xfrm>
            <a:off x="4347618" y="4332328"/>
            <a:ext cx="2825886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flex-basis:40%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flex-grow: 1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F6F3BCF-C287-F753-F753-8544DB4B1B2A}"/>
              </a:ext>
            </a:extLst>
          </p:cNvPr>
          <p:cNvSpPr/>
          <p:nvPr/>
        </p:nvSpPr>
        <p:spPr>
          <a:xfrm>
            <a:off x="7264897" y="4332328"/>
            <a:ext cx="2825886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flex-basis:40%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flex-grow: 1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CDC1E0A-CC8F-CA07-30EF-FD6400EF4488}"/>
              </a:ext>
            </a:extLst>
          </p:cNvPr>
          <p:cNvSpPr/>
          <p:nvPr/>
        </p:nvSpPr>
        <p:spPr>
          <a:xfrm>
            <a:off x="9013100" y="3990975"/>
            <a:ext cx="1169076" cy="142875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Overflow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39CF1C-A7D6-7C61-7869-6EF7C9EE5371}"/>
              </a:ext>
            </a:extLst>
          </p:cNvPr>
          <p:cNvSpPr/>
          <p:nvPr/>
        </p:nvSpPr>
        <p:spPr>
          <a:xfrm>
            <a:off x="1433557" y="4332328"/>
            <a:ext cx="2825886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flex-basis:40%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flex-grow: 1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155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56EE9484-B125-464C-DC4D-6BBC6FD83214}"/>
              </a:ext>
            </a:extLst>
          </p:cNvPr>
          <p:cNvSpPr/>
          <p:nvPr/>
        </p:nvSpPr>
        <p:spPr>
          <a:xfrm>
            <a:off x="895078" y="791934"/>
            <a:ext cx="10401844" cy="5393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4809F47-D8F6-6189-BBE8-E786BD83B315}"/>
              </a:ext>
            </a:extLst>
          </p:cNvPr>
          <p:cNvSpPr/>
          <p:nvPr/>
        </p:nvSpPr>
        <p:spPr>
          <a:xfrm>
            <a:off x="895078" y="3634093"/>
            <a:ext cx="7772672" cy="1134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A509C1C-331A-423F-6694-46406E1F32A0}"/>
              </a:ext>
            </a:extLst>
          </p:cNvPr>
          <p:cNvSpPr/>
          <p:nvPr/>
        </p:nvSpPr>
        <p:spPr>
          <a:xfrm>
            <a:off x="1176381" y="3808453"/>
            <a:ext cx="1557293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flex: </a:t>
            </a:r>
            <a:r>
              <a:rPr lang="en-US" altLang="zh-TW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0 0 200px</a:t>
            </a:r>
            <a:endParaRPr lang="zh-TW" altLang="en-US" sz="12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D46B678-EF47-6AC2-F003-4728114757F8}"/>
              </a:ext>
            </a:extLst>
          </p:cNvPr>
          <p:cNvSpPr/>
          <p:nvPr/>
        </p:nvSpPr>
        <p:spPr>
          <a:xfrm>
            <a:off x="2824933" y="3808453"/>
            <a:ext cx="3897086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flex: </a:t>
            </a:r>
            <a:r>
              <a:rPr lang="en-US" altLang="zh-TW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zh-TW" altLang="en-US" sz="12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B46B1D7-309E-C55C-60F2-070EB1688084}"/>
              </a:ext>
            </a:extLst>
          </p:cNvPr>
          <p:cNvSpPr/>
          <p:nvPr/>
        </p:nvSpPr>
        <p:spPr>
          <a:xfrm>
            <a:off x="895078" y="5051578"/>
            <a:ext cx="7772672" cy="1134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6A92E5B-42F2-EA1A-2A4B-D13DDBD5088F}"/>
              </a:ext>
            </a:extLst>
          </p:cNvPr>
          <p:cNvSpPr/>
          <p:nvPr/>
        </p:nvSpPr>
        <p:spPr>
          <a:xfrm>
            <a:off x="1181101" y="5225938"/>
            <a:ext cx="3476623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flex: </a:t>
            </a:r>
            <a:r>
              <a:rPr lang="en-US" altLang="zh-TW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50%</a:t>
            </a:r>
            <a:endParaRPr lang="zh-TW" altLang="en-US" sz="12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9B3B7F4-752B-5BC3-3177-4EE25857B154}"/>
              </a:ext>
            </a:extLst>
          </p:cNvPr>
          <p:cNvSpPr/>
          <p:nvPr/>
        </p:nvSpPr>
        <p:spPr>
          <a:xfrm>
            <a:off x="895078" y="791934"/>
            <a:ext cx="7772672" cy="1134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C8D2B0C-4D7F-3009-AECC-72E2501F5C84}"/>
              </a:ext>
            </a:extLst>
          </p:cNvPr>
          <p:cNvSpPr/>
          <p:nvPr/>
        </p:nvSpPr>
        <p:spPr>
          <a:xfrm>
            <a:off x="1176382" y="966294"/>
            <a:ext cx="1367246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flex: </a:t>
            </a:r>
            <a:r>
              <a:rPr lang="en-US" altLang="zh-TW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none</a:t>
            </a:r>
            <a:endParaRPr lang="zh-TW" altLang="en-US" sz="12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595148A-88C0-0A01-015D-1E8BC05D89B5}"/>
              </a:ext>
            </a:extLst>
          </p:cNvPr>
          <p:cNvSpPr/>
          <p:nvPr/>
        </p:nvSpPr>
        <p:spPr>
          <a:xfrm>
            <a:off x="895078" y="2209419"/>
            <a:ext cx="7772672" cy="1134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964DB1E-EF4B-D84F-4EFE-7D88590F59C9}"/>
              </a:ext>
            </a:extLst>
          </p:cNvPr>
          <p:cNvSpPr/>
          <p:nvPr/>
        </p:nvSpPr>
        <p:spPr>
          <a:xfrm>
            <a:off x="1176381" y="2383779"/>
            <a:ext cx="2818811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flex: </a:t>
            </a:r>
            <a:r>
              <a:rPr lang="en-US" altLang="zh-TW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0 0 300px</a:t>
            </a:r>
            <a:endParaRPr lang="zh-TW" altLang="en-US" sz="12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935E842-5DD3-ADC5-6DAF-4E28FADBFAC0}"/>
              </a:ext>
            </a:extLst>
          </p:cNvPr>
          <p:cNvSpPr/>
          <p:nvPr/>
        </p:nvSpPr>
        <p:spPr>
          <a:xfrm>
            <a:off x="4087223" y="2383779"/>
            <a:ext cx="4287745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flex: </a:t>
            </a:r>
            <a:r>
              <a:rPr lang="en-US" altLang="zh-TW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zh-TW" altLang="en-US" sz="12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17C28A1-9E4C-6B7C-ADD0-BBA6F7AEF28B}"/>
              </a:ext>
            </a:extLst>
          </p:cNvPr>
          <p:cNvSpPr/>
          <p:nvPr/>
        </p:nvSpPr>
        <p:spPr>
          <a:xfrm>
            <a:off x="2631803" y="966294"/>
            <a:ext cx="1367246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flex: </a:t>
            </a:r>
            <a:r>
              <a:rPr lang="en-US" altLang="zh-TW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none</a:t>
            </a:r>
            <a:endParaRPr lang="zh-TW" altLang="en-US" sz="12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68CFDAF-DEE4-564F-2396-B6079B42A941}"/>
              </a:ext>
            </a:extLst>
          </p:cNvPr>
          <p:cNvSpPr/>
          <p:nvPr/>
        </p:nvSpPr>
        <p:spPr>
          <a:xfrm>
            <a:off x="4087224" y="966294"/>
            <a:ext cx="1367246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flex: </a:t>
            </a:r>
            <a:r>
              <a:rPr lang="en-US" altLang="zh-TW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none</a:t>
            </a:r>
            <a:endParaRPr lang="zh-TW" altLang="en-US" sz="12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748CA41-1A4B-A035-4761-2C213450E52E}"/>
              </a:ext>
            </a:extLst>
          </p:cNvPr>
          <p:cNvSpPr/>
          <p:nvPr/>
        </p:nvSpPr>
        <p:spPr>
          <a:xfrm>
            <a:off x="6813278" y="3808453"/>
            <a:ext cx="1561690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flex: </a:t>
            </a:r>
            <a:r>
              <a:rPr lang="en-US" altLang="zh-TW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0 0 200px</a:t>
            </a:r>
            <a:endParaRPr lang="zh-TW" altLang="en-US" sz="12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9E2387F-A197-0B74-7360-56F6EDCAFCFF}"/>
              </a:ext>
            </a:extLst>
          </p:cNvPr>
          <p:cNvSpPr/>
          <p:nvPr/>
        </p:nvSpPr>
        <p:spPr>
          <a:xfrm>
            <a:off x="6619044" y="5225938"/>
            <a:ext cx="1759632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flex: </a:t>
            </a:r>
            <a:r>
              <a:rPr lang="en-US" altLang="zh-TW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25%</a:t>
            </a:r>
            <a:endParaRPr lang="zh-TW" altLang="en-US" sz="12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D05CB0C-EC44-0C6F-D3C8-2E4F8BED9A5C}"/>
              </a:ext>
            </a:extLst>
          </p:cNvPr>
          <p:cNvSpPr/>
          <p:nvPr/>
        </p:nvSpPr>
        <p:spPr>
          <a:xfrm>
            <a:off x="4758568" y="5225938"/>
            <a:ext cx="1759632" cy="7855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flex: </a:t>
            </a:r>
            <a:r>
              <a:rPr lang="en-US" altLang="zh-TW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25%</a:t>
            </a:r>
            <a:endParaRPr lang="zh-TW" altLang="en-US" sz="12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0673AA6E-8602-0D0C-BF5F-4D7F80BC6631}"/>
              </a:ext>
            </a:extLst>
          </p:cNvPr>
          <p:cNvSpPr txBox="1"/>
          <p:nvPr/>
        </p:nvSpPr>
        <p:spPr>
          <a:xfrm>
            <a:off x="8761004" y="1128246"/>
            <a:ext cx="26676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zh-TW" altLang="en-US" sz="1200" b="0" dirty="0"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每個項目會根據它自己的內容自然展開，不一定會剛好填滿整個容器的寬度。</a:t>
            </a: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D6FB4ADE-852A-6C2D-17F0-296130047D09}"/>
              </a:ext>
            </a:extLst>
          </p:cNvPr>
          <p:cNvSpPr txBox="1"/>
          <p:nvPr/>
        </p:nvSpPr>
        <p:spPr>
          <a:xfrm>
            <a:off x="8755924" y="2268732"/>
            <a:ext cx="266760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zh-TW" altLang="en-US" sz="1200" b="0" dirty="0"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第一個項目的寬度是固定 </a:t>
            </a:r>
            <a:r>
              <a:rPr lang="en-US" altLang="zh-TW" sz="1200" b="0" dirty="0"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300px</a:t>
            </a:r>
            <a:r>
              <a:rPr lang="zh-TW" altLang="en-US" sz="1200" b="0" dirty="0"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，如果你擔心內容太多會把它撐得更寬，也可以加個最大寬度 </a:t>
            </a:r>
            <a:r>
              <a:rPr lang="en-US" altLang="zh-TW" sz="1200" b="0" dirty="0"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max-width </a:t>
            </a:r>
            <a:r>
              <a:rPr lang="zh-TW" altLang="en-US" sz="1200" b="0" dirty="0"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來限制它。第二個項目會去填滿所有剩下的空間</a:t>
            </a: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BE65CC05-5CB0-1785-0DCA-AEA5C943D127}"/>
              </a:ext>
            </a:extLst>
          </p:cNvPr>
          <p:cNvSpPr txBox="1"/>
          <p:nvPr/>
        </p:nvSpPr>
        <p:spPr>
          <a:xfrm>
            <a:off x="8755924" y="3878073"/>
            <a:ext cx="266760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TW"/>
            </a:defPPr>
            <a:lvl1pPr>
              <a:defRPr sz="1200" b="0">
                <a:effectLst/>
                <a:latin typeface="Noto Sans TC" panose="020B0200000000000000" pitchFamily="34" charset="-120"/>
                <a:ea typeface="Noto Sans TC" panose="020B0200000000000000" pitchFamily="34" charset="-120"/>
              </a:defRPr>
            </a:lvl1pPr>
          </a:lstStyle>
          <a:p>
            <a:r>
              <a:rPr lang="zh-TW" altLang="en-US" dirty="0"/>
              <a:t>第一個和第三個項目的寬度都是固定的 </a:t>
            </a:r>
            <a:r>
              <a:rPr lang="en-US" altLang="zh-TW" dirty="0"/>
              <a:t>200px</a:t>
            </a:r>
            <a:r>
              <a:rPr lang="zh-TW" altLang="en-US" dirty="0"/>
              <a:t>。中間項目會自動擴展，撐滿容器裡剩下部分。</a:t>
            </a: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A3A98975-1EDF-F982-C1D4-176203D91DA9}"/>
              </a:ext>
            </a:extLst>
          </p:cNvPr>
          <p:cNvSpPr txBox="1"/>
          <p:nvPr/>
        </p:nvSpPr>
        <p:spPr>
          <a:xfrm>
            <a:off x="8755925" y="5387891"/>
            <a:ext cx="26676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TW"/>
            </a:defPPr>
            <a:lvl1pPr>
              <a:defRPr sz="1200" b="0">
                <a:effectLst/>
                <a:latin typeface="Noto Sans TC" panose="020B0200000000000000" pitchFamily="34" charset="-120"/>
                <a:ea typeface="Noto Sans TC" panose="020B0200000000000000" pitchFamily="34" charset="-120"/>
              </a:defRPr>
            </a:lvl1pPr>
          </a:lstStyle>
          <a:p>
            <a:r>
              <a:rPr lang="zh-TW" altLang="en-US" dirty="0"/>
              <a:t>讓項目的寬度依照設定的百分比來擴展，按比例分配空間。</a:t>
            </a:r>
          </a:p>
        </p:txBody>
      </p:sp>
    </p:spTree>
    <p:extLst>
      <p:ext uri="{BB962C8B-B14F-4D97-AF65-F5344CB8AC3E}">
        <p14:creationId xmlns:p14="http://schemas.microsoft.com/office/powerpoint/2010/main" val="3484005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>
            <a:extLst>
              <a:ext uri="{FF2B5EF4-FFF2-40B4-BE49-F238E27FC236}">
                <a16:creationId xmlns:a16="http://schemas.microsoft.com/office/drawing/2014/main" id="{31C9E6CC-0B44-2114-0465-387B2C2EB64F}"/>
              </a:ext>
            </a:extLst>
          </p:cNvPr>
          <p:cNvSpPr/>
          <p:nvPr/>
        </p:nvSpPr>
        <p:spPr>
          <a:xfrm>
            <a:off x="1105989" y="435429"/>
            <a:ext cx="8432862" cy="40581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38E80A23-2614-77A6-969F-D0AB072EEB84}"/>
              </a:ext>
            </a:extLst>
          </p:cNvPr>
          <p:cNvGrpSpPr/>
          <p:nvPr/>
        </p:nvGrpSpPr>
        <p:grpSpPr>
          <a:xfrm>
            <a:off x="1282427" y="1153070"/>
            <a:ext cx="3337198" cy="1287486"/>
            <a:chOff x="1282427" y="852624"/>
            <a:chExt cx="3337198" cy="128748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7707065-EB8F-8606-E405-B0D3C752BE69}"/>
                </a:ext>
              </a:extLst>
            </p:cNvPr>
            <p:cNvSpPr/>
            <p:nvPr/>
          </p:nvSpPr>
          <p:spPr>
            <a:xfrm>
              <a:off x="1282427" y="991688"/>
              <a:ext cx="3337198" cy="8561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61AD959B-13D4-3B0A-00B9-7DAE8876AD62}"/>
                </a:ext>
              </a:extLst>
            </p:cNvPr>
            <p:cNvGrpSpPr/>
            <p:nvPr/>
          </p:nvGrpSpPr>
          <p:grpSpPr>
            <a:xfrm>
              <a:off x="1433557" y="1145449"/>
              <a:ext cx="3034938" cy="548640"/>
              <a:chOff x="2647405" y="2873829"/>
              <a:chExt cx="3034938" cy="548640"/>
            </a:xfrm>
            <a:solidFill>
              <a:schemeClr val="bg1">
                <a:lumMod val="75000"/>
              </a:schemeClr>
            </a:solidFill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069FB15-17A3-52F3-D1B8-2C6BD748D742}"/>
                  </a:ext>
                </a:extLst>
              </p:cNvPr>
              <p:cNvSpPr/>
              <p:nvPr/>
            </p:nvSpPr>
            <p:spPr>
              <a:xfrm>
                <a:off x="2647405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D482A26-DE70-6170-DFA3-2A69A67D9610}"/>
                  </a:ext>
                </a:extLst>
              </p:cNvPr>
              <p:cNvSpPr/>
              <p:nvPr/>
            </p:nvSpPr>
            <p:spPr>
              <a:xfrm>
                <a:off x="3466011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4810AC4-9C0F-5938-1409-EE542B62417E}"/>
                  </a:ext>
                </a:extLst>
              </p:cNvPr>
              <p:cNvSpPr/>
              <p:nvPr/>
            </p:nvSpPr>
            <p:spPr>
              <a:xfrm>
                <a:off x="4284617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3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FD747CA-0E0D-3C0C-3E24-1F92F4B39FCD}"/>
                  </a:ext>
                </a:extLst>
              </p:cNvPr>
              <p:cNvSpPr/>
              <p:nvPr/>
            </p:nvSpPr>
            <p:spPr>
              <a:xfrm>
                <a:off x="5133703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4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B564A395-4CD7-F5FF-D1F2-270E2A7BB68D}"/>
                </a:ext>
              </a:extLst>
            </p:cNvPr>
            <p:cNvCxnSpPr>
              <a:cxnSpLocks/>
            </p:cNvCxnSpPr>
            <p:nvPr/>
          </p:nvCxnSpPr>
          <p:spPr>
            <a:xfrm>
              <a:off x="1282427" y="852624"/>
              <a:ext cx="333719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27C932F2-8DC0-32BC-35CB-2C125451A617}"/>
                </a:ext>
              </a:extLst>
            </p:cNvPr>
            <p:cNvSpPr txBox="1"/>
            <p:nvPr/>
          </p:nvSpPr>
          <p:spPr>
            <a:xfrm>
              <a:off x="2051584" y="1863111"/>
              <a:ext cx="17988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>
                  <a:latin typeface="Consolas" panose="020B0609020204030204" pitchFamily="49" charset="0"/>
                </a:rPr>
                <a:t>flex-direction: row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A35CEB15-F6D7-10EF-481E-55890AE90AE0}"/>
              </a:ext>
            </a:extLst>
          </p:cNvPr>
          <p:cNvGrpSpPr/>
          <p:nvPr/>
        </p:nvGrpSpPr>
        <p:grpSpPr>
          <a:xfrm>
            <a:off x="1282427" y="2887981"/>
            <a:ext cx="3337198" cy="1287486"/>
            <a:chOff x="1282427" y="2887981"/>
            <a:chExt cx="3337198" cy="128748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DE654BD-A2EF-6C6B-C0C8-EC1B3B8C6FC7}"/>
                </a:ext>
              </a:extLst>
            </p:cNvPr>
            <p:cNvSpPr/>
            <p:nvPr/>
          </p:nvSpPr>
          <p:spPr>
            <a:xfrm>
              <a:off x="1282427" y="3027045"/>
              <a:ext cx="3337198" cy="8561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EC3CD58B-9CDC-53A0-DF68-245EDA0A3C6D}"/>
                </a:ext>
              </a:extLst>
            </p:cNvPr>
            <p:cNvGrpSpPr/>
            <p:nvPr/>
          </p:nvGrpSpPr>
          <p:grpSpPr>
            <a:xfrm>
              <a:off x="1433557" y="3180806"/>
              <a:ext cx="3034938" cy="548640"/>
              <a:chOff x="2647405" y="2873829"/>
              <a:chExt cx="3034938" cy="548640"/>
            </a:xfrm>
            <a:solidFill>
              <a:schemeClr val="bg1">
                <a:lumMod val="75000"/>
              </a:schemeClr>
            </a:solidFill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4E0543F0-8CF0-43C7-0C7F-382D6EB1A4A6}"/>
                  </a:ext>
                </a:extLst>
              </p:cNvPr>
              <p:cNvSpPr/>
              <p:nvPr/>
            </p:nvSpPr>
            <p:spPr>
              <a:xfrm>
                <a:off x="2647405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2CE303D6-86E1-04FF-B278-0EEC20CDDE7C}"/>
                  </a:ext>
                </a:extLst>
              </p:cNvPr>
              <p:cNvSpPr/>
              <p:nvPr/>
            </p:nvSpPr>
            <p:spPr>
              <a:xfrm>
                <a:off x="3466011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11E05DEA-9AF6-1703-47F7-3E9376E1C6D6}"/>
                  </a:ext>
                </a:extLst>
              </p:cNvPr>
              <p:cNvSpPr/>
              <p:nvPr/>
            </p:nvSpPr>
            <p:spPr>
              <a:xfrm>
                <a:off x="4284617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3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A1443DD-BC76-2CAD-45FA-0B36FFD49930}"/>
                  </a:ext>
                </a:extLst>
              </p:cNvPr>
              <p:cNvSpPr/>
              <p:nvPr/>
            </p:nvSpPr>
            <p:spPr>
              <a:xfrm>
                <a:off x="5133703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4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3176848D-F8A7-7583-BF77-25C7B69A4DB9}"/>
                </a:ext>
              </a:extLst>
            </p:cNvPr>
            <p:cNvCxnSpPr>
              <a:cxnSpLocks/>
            </p:cNvCxnSpPr>
            <p:nvPr/>
          </p:nvCxnSpPr>
          <p:spPr>
            <a:xfrm>
              <a:off x="1282427" y="2887981"/>
              <a:ext cx="333719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6FF87246-84EF-0CCB-8814-C5B383407E0D}"/>
                </a:ext>
              </a:extLst>
            </p:cNvPr>
            <p:cNvSpPr txBox="1"/>
            <p:nvPr/>
          </p:nvSpPr>
          <p:spPr>
            <a:xfrm>
              <a:off x="1711747" y="3898468"/>
              <a:ext cx="24785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>
                  <a:latin typeface="Consolas" panose="020B0609020204030204" pitchFamily="49" charset="0"/>
                </a:rPr>
                <a:t>flex-direction: row-reverse</a:t>
              </a:r>
            </a:p>
          </p:txBody>
        </p: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9F74ADDD-89E2-601D-38D8-829F8147C252}"/>
              </a:ext>
            </a:extLst>
          </p:cNvPr>
          <p:cNvGrpSpPr/>
          <p:nvPr/>
        </p:nvGrpSpPr>
        <p:grpSpPr>
          <a:xfrm>
            <a:off x="7994839" y="537823"/>
            <a:ext cx="1544012" cy="3822310"/>
            <a:chOff x="7994839" y="537823"/>
            <a:chExt cx="1544012" cy="3822310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ED196831-D422-C378-40A9-44D1F659175D}"/>
                </a:ext>
              </a:extLst>
            </p:cNvPr>
            <p:cNvSpPr/>
            <p:nvPr/>
          </p:nvSpPr>
          <p:spPr>
            <a:xfrm rot="5400000">
              <a:off x="7098247" y="1778341"/>
              <a:ext cx="3337198" cy="8561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5DFCC6E1-BA94-BA04-5948-7D59FE772866}"/>
                </a:ext>
              </a:extLst>
            </p:cNvPr>
            <p:cNvGrpSpPr/>
            <p:nvPr/>
          </p:nvGrpSpPr>
          <p:grpSpPr>
            <a:xfrm rot="5400000">
              <a:off x="7249377" y="1932102"/>
              <a:ext cx="3034938" cy="548640"/>
              <a:chOff x="2647405" y="2873829"/>
              <a:chExt cx="3034938" cy="548640"/>
            </a:xfrm>
            <a:solidFill>
              <a:schemeClr val="bg1">
                <a:lumMod val="75000"/>
              </a:schemeClr>
            </a:solidFill>
          </p:grpSpPr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A20CE27-4EBA-D4CD-4476-5F868F73B139}"/>
                  </a:ext>
                </a:extLst>
              </p:cNvPr>
              <p:cNvSpPr/>
              <p:nvPr/>
            </p:nvSpPr>
            <p:spPr>
              <a:xfrm>
                <a:off x="2647405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94AA741B-CF17-5367-B1B5-C10B449684CA}"/>
                  </a:ext>
                </a:extLst>
              </p:cNvPr>
              <p:cNvSpPr/>
              <p:nvPr/>
            </p:nvSpPr>
            <p:spPr>
              <a:xfrm>
                <a:off x="3466011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8470FF90-5624-1190-1CCE-967434B3A130}"/>
                  </a:ext>
                </a:extLst>
              </p:cNvPr>
              <p:cNvSpPr/>
              <p:nvPr/>
            </p:nvSpPr>
            <p:spPr>
              <a:xfrm>
                <a:off x="4284617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3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E710B123-C708-D1AD-8B80-BDECC175C448}"/>
                  </a:ext>
                </a:extLst>
              </p:cNvPr>
              <p:cNvSpPr/>
              <p:nvPr/>
            </p:nvSpPr>
            <p:spPr>
              <a:xfrm>
                <a:off x="5133703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4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94DB2CE3-56BF-4718-3044-9C0CC479E1C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665392" y="2206422"/>
              <a:ext cx="333719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AA5963D0-C0B9-02BF-ADD1-B86ECD43543D}"/>
                </a:ext>
              </a:extLst>
            </p:cNvPr>
            <p:cNvSpPr txBox="1"/>
            <p:nvPr/>
          </p:nvSpPr>
          <p:spPr>
            <a:xfrm>
              <a:off x="7994839" y="3898468"/>
              <a:ext cx="15440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>
                  <a:latin typeface="Consolas" panose="020B0609020204030204" pitchFamily="49" charset="0"/>
                </a:rPr>
                <a:t>flex-direction: </a:t>
              </a:r>
            </a:p>
            <a:p>
              <a:pPr algn="ctr"/>
              <a:r>
                <a:rPr lang="en-US" altLang="zh-TW" sz="1200" dirty="0">
                  <a:latin typeface="Consolas" panose="020B0609020204030204" pitchFamily="49" charset="0"/>
                </a:rPr>
                <a:t>column-reverse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A738F590-A99B-3071-9831-703D71846A3E}"/>
              </a:ext>
            </a:extLst>
          </p:cNvPr>
          <p:cNvGrpSpPr/>
          <p:nvPr/>
        </p:nvGrpSpPr>
        <p:grpSpPr>
          <a:xfrm>
            <a:off x="5593541" y="537823"/>
            <a:ext cx="1544012" cy="3822310"/>
            <a:chOff x="5593541" y="537823"/>
            <a:chExt cx="1544012" cy="3822310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0DAFB036-B3E4-C312-4693-AC3BE9B9B15A}"/>
                </a:ext>
              </a:extLst>
            </p:cNvPr>
            <p:cNvSpPr/>
            <p:nvPr/>
          </p:nvSpPr>
          <p:spPr>
            <a:xfrm rot="5400000">
              <a:off x="4696949" y="1778341"/>
              <a:ext cx="3337198" cy="8561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234D9C56-379A-00BD-B5EF-E68049641C39}"/>
                </a:ext>
              </a:extLst>
            </p:cNvPr>
            <p:cNvGrpSpPr/>
            <p:nvPr/>
          </p:nvGrpSpPr>
          <p:grpSpPr>
            <a:xfrm rot="5400000">
              <a:off x="4848079" y="1932102"/>
              <a:ext cx="3034938" cy="548640"/>
              <a:chOff x="2647405" y="2873829"/>
              <a:chExt cx="3034938" cy="548640"/>
            </a:xfrm>
            <a:solidFill>
              <a:schemeClr val="bg1">
                <a:lumMod val="75000"/>
              </a:schemeClr>
            </a:solidFill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7A109294-5AE3-1CBC-F949-B08AD8A385EF}"/>
                  </a:ext>
                </a:extLst>
              </p:cNvPr>
              <p:cNvSpPr/>
              <p:nvPr/>
            </p:nvSpPr>
            <p:spPr>
              <a:xfrm>
                <a:off x="2647405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DB636B96-4EF9-D895-80D5-162660871E0C}"/>
                  </a:ext>
                </a:extLst>
              </p:cNvPr>
              <p:cNvSpPr/>
              <p:nvPr/>
            </p:nvSpPr>
            <p:spPr>
              <a:xfrm>
                <a:off x="3466011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914EF2F7-6B26-C06F-7566-58111EEDEA79}"/>
                  </a:ext>
                </a:extLst>
              </p:cNvPr>
              <p:cNvSpPr/>
              <p:nvPr/>
            </p:nvSpPr>
            <p:spPr>
              <a:xfrm>
                <a:off x="4284617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3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4D54A975-8262-ED6F-1EF0-E55252AA9F2E}"/>
                  </a:ext>
                </a:extLst>
              </p:cNvPr>
              <p:cNvSpPr/>
              <p:nvPr/>
            </p:nvSpPr>
            <p:spPr>
              <a:xfrm>
                <a:off x="5133703" y="2873829"/>
                <a:ext cx="548640" cy="5486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4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56" name="直線單箭頭接點 55">
              <a:extLst>
                <a:ext uri="{FF2B5EF4-FFF2-40B4-BE49-F238E27FC236}">
                  <a16:creationId xmlns:a16="http://schemas.microsoft.com/office/drawing/2014/main" id="{4AC5234B-63BB-396C-CF7A-8942EC91DA6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64094" y="2206422"/>
              <a:ext cx="333719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CED21398-AB2E-B9A8-29E8-13F3370ECDF1}"/>
                </a:ext>
              </a:extLst>
            </p:cNvPr>
            <p:cNvSpPr txBox="1"/>
            <p:nvPr/>
          </p:nvSpPr>
          <p:spPr>
            <a:xfrm>
              <a:off x="5593541" y="3898468"/>
              <a:ext cx="15440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>
                  <a:latin typeface="Consolas" panose="020B0609020204030204" pitchFamily="49" charset="0"/>
                </a:rPr>
                <a:t>flex-direction: </a:t>
              </a:r>
            </a:p>
            <a:p>
              <a:pPr algn="ctr"/>
              <a:r>
                <a:rPr lang="en-US" altLang="zh-TW" sz="1200" dirty="0">
                  <a:latin typeface="Consolas" panose="020B0609020204030204" pitchFamily="49" charset="0"/>
                </a:rPr>
                <a:t>column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554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矩形 648">
            <a:extLst>
              <a:ext uri="{FF2B5EF4-FFF2-40B4-BE49-F238E27FC236}">
                <a16:creationId xmlns:a16="http://schemas.microsoft.com/office/drawing/2014/main" id="{5CAACEF1-2992-4271-4289-DEB1D635826C}"/>
              </a:ext>
            </a:extLst>
          </p:cNvPr>
          <p:cNvSpPr/>
          <p:nvPr/>
        </p:nvSpPr>
        <p:spPr>
          <a:xfrm>
            <a:off x="1645920" y="-6294926"/>
            <a:ext cx="9161417" cy="11935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8" name="矩形 647">
            <a:extLst>
              <a:ext uri="{FF2B5EF4-FFF2-40B4-BE49-F238E27FC236}">
                <a16:creationId xmlns:a16="http://schemas.microsoft.com/office/drawing/2014/main" id="{30B358D7-6445-EDE8-22D1-D9A5DA2F2DE7}"/>
              </a:ext>
            </a:extLst>
          </p:cNvPr>
          <p:cNvSpPr/>
          <p:nvPr/>
        </p:nvSpPr>
        <p:spPr>
          <a:xfrm>
            <a:off x="1645920" y="-29019499"/>
            <a:ext cx="9161417" cy="21016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47" name="群組 646">
            <a:extLst>
              <a:ext uri="{FF2B5EF4-FFF2-40B4-BE49-F238E27FC236}">
                <a16:creationId xmlns:a16="http://schemas.microsoft.com/office/drawing/2014/main" id="{40B04AB1-E07B-4308-7FFD-9E6E0014BBBB}"/>
              </a:ext>
            </a:extLst>
          </p:cNvPr>
          <p:cNvGrpSpPr/>
          <p:nvPr/>
        </p:nvGrpSpPr>
        <p:grpSpPr>
          <a:xfrm>
            <a:off x="1720483" y="-28887811"/>
            <a:ext cx="9157068" cy="20819563"/>
            <a:chOff x="1720483" y="-28887811"/>
            <a:chExt cx="9157068" cy="20819563"/>
          </a:xfrm>
        </p:grpSpPr>
        <p:grpSp>
          <p:nvGrpSpPr>
            <p:cNvPr id="184" name="群組 183">
              <a:extLst>
                <a:ext uri="{FF2B5EF4-FFF2-40B4-BE49-F238E27FC236}">
                  <a16:creationId xmlns:a16="http://schemas.microsoft.com/office/drawing/2014/main" id="{5B75C0BA-DB9B-43F2-8251-A2C54AD8C7D1}"/>
                </a:ext>
              </a:extLst>
            </p:cNvPr>
            <p:cNvGrpSpPr/>
            <p:nvPr/>
          </p:nvGrpSpPr>
          <p:grpSpPr>
            <a:xfrm rot="5400000">
              <a:off x="8293749" y="-27990963"/>
              <a:ext cx="1751640" cy="511345"/>
              <a:chOff x="5520698" y="-946558"/>
              <a:chExt cx="1751640" cy="511345"/>
            </a:xfrm>
          </p:grpSpPr>
          <p:sp>
            <p:nvSpPr>
              <p:cNvPr id="185" name="矩形 184">
                <a:extLst>
                  <a:ext uri="{FF2B5EF4-FFF2-40B4-BE49-F238E27FC236}">
                    <a16:creationId xmlns:a16="http://schemas.microsoft.com/office/drawing/2014/main" id="{E9EAF45F-1580-74ED-E228-34DFCF0F3C6B}"/>
                  </a:ext>
                </a:extLst>
              </p:cNvPr>
              <p:cNvSpPr/>
              <p:nvPr/>
            </p:nvSpPr>
            <p:spPr>
              <a:xfrm>
                <a:off x="5520698" y="-875107"/>
                <a:ext cx="1751640" cy="43989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6" name="矩形 185">
                <a:extLst>
                  <a:ext uri="{FF2B5EF4-FFF2-40B4-BE49-F238E27FC236}">
                    <a16:creationId xmlns:a16="http://schemas.microsoft.com/office/drawing/2014/main" id="{C8A540BA-5FF6-9FC2-FD5A-8CD68991E9AF}"/>
                  </a:ext>
                </a:extLst>
              </p:cNvPr>
              <p:cNvSpPr/>
              <p:nvPr/>
            </p:nvSpPr>
            <p:spPr>
              <a:xfrm>
                <a:off x="6252894" y="-79610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472B8556-1B2C-DA8E-E786-D6078838430E}"/>
                  </a:ext>
                </a:extLst>
              </p:cNvPr>
              <p:cNvSpPr/>
              <p:nvPr/>
            </p:nvSpPr>
            <p:spPr>
              <a:xfrm>
                <a:off x="6580182" y="-79610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FEE2B6F9-80A2-228F-D54F-89BA8114B0F3}"/>
                  </a:ext>
                </a:extLst>
              </p:cNvPr>
              <p:cNvSpPr/>
              <p:nvPr/>
            </p:nvSpPr>
            <p:spPr>
              <a:xfrm>
                <a:off x="6907440" y="-79610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9" name="直線單箭頭接點 188">
                <a:extLst>
                  <a:ext uri="{FF2B5EF4-FFF2-40B4-BE49-F238E27FC236}">
                    <a16:creationId xmlns:a16="http://schemas.microsoft.com/office/drawing/2014/main" id="{C1AFF86B-45B1-3008-6533-5E73071C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91288" y="-946558"/>
                <a:ext cx="124405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8" name="群組 177">
              <a:extLst>
                <a:ext uri="{FF2B5EF4-FFF2-40B4-BE49-F238E27FC236}">
                  <a16:creationId xmlns:a16="http://schemas.microsoft.com/office/drawing/2014/main" id="{BEE1E8DE-3D15-8C91-C0D8-ACC8A4398F12}"/>
                </a:ext>
              </a:extLst>
            </p:cNvPr>
            <p:cNvGrpSpPr/>
            <p:nvPr/>
          </p:nvGrpSpPr>
          <p:grpSpPr>
            <a:xfrm rot="5400000">
              <a:off x="7099122" y="-27992135"/>
              <a:ext cx="1751640" cy="511345"/>
              <a:chOff x="5520698" y="-1828255"/>
              <a:chExt cx="1751640" cy="511345"/>
            </a:xfrm>
          </p:grpSpPr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F8951BE7-F282-4B41-24F4-3F83F19F7C04}"/>
                  </a:ext>
                </a:extLst>
              </p:cNvPr>
              <p:cNvSpPr/>
              <p:nvPr/>
            </p:nvSpPr>
            <p:spPr>
              <a:xfrm>
                <a:off x="5520698" y="-1756804"/>
                <a:ext cx="1751640" cy="43989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2A0B2F00-4432-09AD-EFE8-2A2428575229}"/>
                  </a:ext>
                </a:extLst>
              </p:cNvPr>
              <p:cNvSpPr/>
              <p:nvPr/>
            </p:nvSpPr>
            <p:spPr>
              <a:xfrm>
                <a:off x="5598348" y="-1677802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6A0FD548-CCD4-D095-B2CF-7E3E2CCA7056}"/>
                  </a:ext>
                </a:extLst>
              </p:cNvPr>
              <p:cNvSpPr/>
              <p:nvPr/>
            </p:nvSpPr>
            <p:spPr>
              <a:xfrm>
                <a:off x="5925636" y="-1677802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5A7278BE-B329-B9F9-DC1C-81F4318768B8}"/>
                  </a:ext>
                </a:extLst>
              </p:cNvPr>
              <p:cNvSpPr/>
              <p:nvPr/>
            </p:nvSpPr>
            <p:spPr>
              <a:xfrm>
                <a:off x="6252894" y="-1677802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3" name="直線單箭頭接點 182">
                <a:extLst>
                  <a:ext uri="{FF2B5EF4-FFF2-40B4-BE49-F238E27FC236}">
                    <a16:creationId xmlns:a16="http://schemas.microsoft.com/office/drawing/2014/main" id="{27B69972-BA62-EE6C-D352-37058A29F8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20698" y="-1828255"/>
                <a:ext cx="124405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7" name="群組 176">
              <a:extLst>
                <a:ext uri="{FF2B5EF4-FFF2-40B4-BE49-F238E27FC236}">
                  <a16:creationId xmlns:a16="http://schemas.microsoft.com/office/drawing/2014/main" id="{49A8875B-7D89-30DC-A8A3-D6DAE14C5651}"/>
                </a:ext>
              </a:extLst>
            </p:cNvPr>
            <p:cNvGrpSpPr/>
            <p:nvPr/>
          </p:nvGrpSpPr>
          <p:grpSpPr>
            <a:xfrm>
              <a:off x="5520699" y="-28635188"/>
              <a:ext cx="1751640" cy="511345"/>
              <a:chOff x="5520698" y="-1828255"/>
              <a:chExt cx="1751640" cy="511345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7707065-EB8F-8606-E405-B0D3C752BE69}"/>
                  </a:ext>
                </a:extLst>
              </p:cNvPr>
              <p:cNvSpPr/>
              <p:nvPr/>
            </p:nvSpPr>
            <p:spPr>
              <a:xfrm>
                <a:off x="5520698" y="-1756804"/>
                <a:ext cx="1751640" cy="43989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069FB15-17A3-52F3-D1B8-2C6BD748D742}"/>
                  </a:ext>
                </a:extLst>
              </p:cNvPr>
              <p:cNvSpPr/>
              <p:nvPr/>
            </p:nvSpPr>
            <p:spPr>
              <a:xfrm>
                <a:off x="5598348" y="-1677802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D482A26-DE70-6170-DFA3-2A69A67D9610}"/>
                  </a:ext>
                </a:extLst>
              </p:cNvPr>
              <p:cNvSpPr/>
              <p:nvPr/>
            </p:nvSpPr>
            <p:spPr>
              <a:xfrm>
                <a:off x="5925636" y="-1677802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4810AC4-9C0F-5938-1409-EE542B62417E}"/>
                  </a:ext>
                </a:extLst>
              </p:cNvPr>
              <p:cNvSpPr/>
              <p:nvPr/>
            </p:nvSpPr>
            <p:spPr>
              <a:xfrm>
                <a:off x="6252894" y="-1677802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直線單箭頭接點 13">
                <a:extLst>
                  <a:ext uri="{FF2B5EF4-FFF2-40B4-BE49-F238E27FC236}">
                    <a16:creationId xmlns:a16="http://schemas.microsoft.com/office/drawing/2014/main" id="{B564A395-4CD7-F5FF-D1F2-270E2A7BB6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20698" y="-1828255"/>
                <a:ext cx="124405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27C932F2-8DC0-32BC-35CB-2C125451A617}"/>
                </a:ext>
              </a:extLst>
            </p:cNvPr>
            <p:cNvSpPr txBox="1"/>
            <p:nvPr/>
          </p:nvSpPr>
          <p:spPr>
            <a:xfrm>
              <a:off x="4138940" y="-28507938"/>
              <a:ext cx="439543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TW" sz="1200" b="1" dirty="0">
                  <a:latin typeface="Consolas" panose="020B0609020204030204" pitchFamily="49" charset="0"/>
                </a:rPr>
                <a:t>row</a:t>
              </a:r>
              <a:endParaRPr lang="zh-TW" altLang="en-US" sz="1200" b="1" dirty="0">
                <a:latin typeface="Consolas" panose="020B0609020204030204" pitchFamily="49" charset="0"/>
              </a:endParaRPr>
            </a:p>
          </p:txBody>
        </p:sp>
        <p:grpSp>
          <p:nvGrpSpPr>
            <p:cNvPr id="176" name="群組 175">
              <a:extLst>
                <a:ext uri="{FF2B5EF4-FFF2-40B4-BE49-F238E27FC236}">
                  <a16:creationId xmlns:a16="http://schemas.microsoft.com/office/drawing/2014/main" id="{FEFAFC9D-52AC-E1D6-8082-EE686AA4EA32}"/>
                </a:ext>
              </a:extLst>
            </p:cNvPr>
            <p:cNvGrpSpPr/>
            <p:nvPr/>
          </p:nvGrpSpPr>
          <p:grpSpPr>
            <a:xfrm>
              <a:off x="5520699" y="-27753491"/>
              <a:ext cx="1751640" cy="511345"/>
              <a:chOff x="5520698" y="-946558"/>
              <a:chExt cx="1751640" cy="511345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6F2D9E4-8357-117D-4127-38EB87BEE7A3}"/>
                  </a:ext>
                </a:extLst>
              </p:cNvPr>
              <p:cNvSpPr/>
              <p:nvPr/>
            </p:nvSpPr>
            <p:spPr>
              <a:xfrm>
                <a:off x="5520698" y="-875107"/>
                <a:ext cx="1751640" cy="43989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C4E13CC-9A22-602B-EFC2-6F4C50520663}"/>
                  </a:ext>
                </a:extLst>
              </p:cNvPr>
              <p:cNvSpPr/>
              <p:nvPr/>
            </p:nvSpPr>
            <p:spPr>
              <a:xfrm>
                <a:off x="6252894" y="-79610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0410A3A-0E5F-AE7F-79E3-B6A23AAF8D8F}"/>
                  </a:ext>
                </a:extLst>
              </p:cNvPr>
              <p:cNvSpPr/>
              <p:nvPr/>
            </p:nvSpPr>
            <p:spPr>
              <a:xfrm>
                <a:off x="6580182" y="-79610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92AF5FD-0462-C50A-EF3D-FE73D7BA1EF1}"/>
                  </a:ext>
                </a:extLst>
              </p:cNvPr>
              <p:cNvSpPr/>
              <p:nvPr/>
            </p:nvSpPr>
            <p:spPr>
              <a:xfrm>
                <a:off x="6907440" y="-79610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直線單箭頭接點 14">
                <a:extLst>
                  <a:ext uri="{FF2B5EF4-FFF2-40B4-BE49-F238E27FC236}">
                    <a16:creationId xmlns:a16="http://schemas.microsoft.com/office/drawing/2014/main" id="{BC1F59AB-9361-43EA-7E52-36223A889A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91288" y="-946558"/>
                <a:ext cx="124405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8C059351-AA63-2750-CFD7-DC71A50E69B6}"/>
                </a:ext>
              </a:extLst>
            </p:cNvPr>
            <p:cNvSpPr txBox="1"/>
            <p:nvPr/>
          </p:nvSpPr>
          <p:spPr>
            <a:xfrm>
              <a:off x="4138939" y="-27603038"/>
              <a:ext cx="1119217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row-reverse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5DF5F239-E7B6-EFE6-BC13-83272DBCC960}"/>
                </a:ext>
              </a:extLst>
            </p:cNvPr>
            <p:cNvSpPr txBox="1"/>
            <p:nvPr/>
          </p:nvSpPr>
          <p:spPr>
            <a:xfrm>
              <a:off x="7592179" y="-28887810"/>
              <a:ext cx="694422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TW" sz="1200" dirty="0">
                  <a:latin typeface="Consolas" panose="020B0609020204030204" pitchFamily="49" charset="0"/>
                </a:rPr>
                <a:t>column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977B63C0-0093-AA61-973A-8EA61E96C20E}"/>
                </a:ext>
              </a:extLst>
            </p:cNvPr>
            <p:cNvSpPr txBox="1"/>
            <p:nvPr/>
          </p:nvSpPr>
          <p:spPr>
            <a:xfrm>
              <a:off x="8446350" y="-28887811"/>
              <a:ext cx="1374095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TW" sz="1200" dirty="0">
                  <a:latin typeface="Consolas" panose="020B0609020204030204" pitchFamily="49" charset="0"/>
                </a:rPr>
                <a:t>column-reverse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grpSp>
          <p:nvGrpSpPr>
            <p:cNvPr id="119" name="群組 118">
              <a:extLst>
                <a:ext uri="{FF2B5EF4-FFF2-40B4-BE49-F238E27FC236}">
                  <a16:creationId xmlns:a16="http://schemas.microsoft.com/office/drawing/2014/main" id="{9E9E8245-F33B-EFE4-FB8C-E809271CFDD3}"/>
                </a:ext>
              </a:extLst>
            </p:cNvPr>
            <p:cNvGrpSpPr/>
            <p:nvPr/>
          </p:nvGrpSpPr>
          <p:grpSpPr>
            <a:xfrm>
              <a:off x="1720483" y="-28887811"/>
              <a:ext cx="9000000" cy="462573"/>
              <a:chOff x="1720482" y="548022"/>
              <a:chExt cx="9000000" cy="462573"/>
            </a:xfrm>
          </p:grpSpPr>
          <p:cxnSp>
            <p:nvCxnSpPr>
              <p:cNvPr id="78" name="直線接點 77">
                <a:extLst>
                  <a:ext uri="{FF2B5EF4-FFF2-40B4-BE49-F238E27FC236}">
                    <a16:creationId xmlns:a16="http://schemas.microsoft.com/office/drawing/2014/main" id="{67B90B75-95FB-EB67-7E68-278A6C1DD6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04D625AA-61CC-337E-C29E-24EDF1B7916C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137409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flex-direction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23" name="群組 122">
              <a:extLst>
                <a:ext uri="{FF2B5EF4-FFF2-40B4-BE49-F238E27FC236}">
                  <a16:creationId xmlns:a16="http://schemas.microsoft.com/office/drawing/2014/main" id="{E56F4205-C7CB-F57F-B2A7-674CD141E4A6}"/>
                </a:ext>
              </a:extLst>
            </p:cNvPr>
            <p:cNvGrpSpPr/>
            <p:nvPr/>
          </p:nvGrpSpPr>
          <p:grpSpPr>
            <a:xfrm>
              <a:off x="5520699" y="-26226780"/>
              <a:ext cx="1431806" cy="439894"/>
              <a:chOff x="5520698" y="3209053"/>
              <a:chExt cx="1431806" cy="439894"/>
            </a:xfrm>
          </p:grpSpPr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A577AD88-EFAE-359C-76B2-854B523567FC}"/>
                  </a:ext>
                </a:extLst>
              </p:cNvPr>
              <p:cNvSpPr/>
              <p:nvPr/>
            </p:nvSpPr>
            <p:spPr>
              <a:xfrm>
                <a:off x="5520698" y="3209053"/>
                <a:ext cx="1431806" cy="43989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39A0AA9B-8B7F-875F-2C99-220299FE512A}"/>
                  </a:ext>
                </a:extLst>
              </p:cNvPr>
              <p:cNvSpPr/>
              <p:nvPr/>
            </p:nvSpPr>
            <p:spPr>
              <a:xfrm>
                <a:off x="5598348" y="328805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E0F4CDED-4D35-DB1D-63D8-5FC5B8EEFBBE}"/>
                  </a:ext>
                </a:extLst>
              </p:cNvPr>
              <p:cNvSpPr/>
              <p:nvPr/>
            </p:nvSpPr>
            <p:spPr>
              <a:xfrm>
                <a:off x="5925636" y="328805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2BDCDECB-5961-57AA-1DE7-2BE967678817}"/>
                  </a:ext>
                </a:extLst>
              </p:cNvPr>
              <p:cNvSpPr/>
              <p:nvPr/>
            </p:nvSpPr>
            <p:spPr>
              <a:xfrm>
                <a:off x="6252894" y="328805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79DC79CC-6E7B-10BC-AE2B-AFE41A6F11A5}"/>
                  </a:ext>
                </a:extLst>
              </p:cNvPr>
              <p:cNvSpPr/>
              <p:nvPr/>
            </p:nvSpPr>
            <p:spPr>
              <a:xfrm>
                <a:off x="6584914" y="328805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4" name="群組 123">
              <a:extLst>
                <a:ext uri="{FF2B5EF4-FFF2-40B4-BE49-F238E27FC236}">
                  <a16:creationId xmlns:a16="http://schemas.microsoft.com/office/drawing/2014/main" id="{1C73DA4F-0918-023C-DC78-012E971451BC}"/>
                </a:ext>
              </a:extLst>
            </p:cNvPr>
            <p:cNvGrpSpPr/>
            <p:nvPr/>
          </p:nvGrpSpPr>
          <p:grpSpPr>
            <a:xfrm>
              <a:off x="5520699" y="-25548600"/>
              <a:ext cx="1431806" cy="777080"/>
              <a:chOff x="5520698" y="3887233"/>
              <a:chExt cx="1431806" cy="777080"/>
            </a:xfrm>
          </p:grpSpPr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51A38FCA-4CB3-591B-489A-7447738B3855}"/>
                  </a:ext>
                </a:extLst>
              </p:cNvPr>
              <p:cNvSpPr/>
              <p:nvPr/>
            </p:nvSpPr>
            <p:spPr>
              <a:xfrm>
                <a:off x="5520698" y="3887233"/>
                <a:ext cx="1431806" cy="77708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DF8C20E0-BA0D-1FC8-C30D-B47540A644A2}"/>
                  </a:ext>
                </a:extLst>
              </p:cNvPr>
              <p:cNvSpPr/>
              <p:nvPr/>
            </p:nvSpPr>
            <p:spPr>
              <a:xfrm>
                <a:off x="5598348" y="396623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09DBC0E6-9363-E000-2E0A-151FDD6E8095}"/>
                  </a:ext>
                </a:extLst>
              </p:cNvPr>
              <p:cNvSpPr/>
              <p:nvPr/>
            </p:nvSpPr>
            <p:spPr>
              <a:xfrm>
                <a:off x="5925636" y="396623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82BCC6F4-17D3-5F1F-6D2D-E821AB180623}"/>
                  </a:ext>
                </a:extLst>
              </p:cNvPr>
              <p:cNvSpPr/>
              <p:nvPr/>
            </p:nvSpPr>
            <p:spPr>
              <a:xfrm>
                <a:off x="6252894" y="396623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37F32915-5AED-5335-FF09-126CA87F26A4}"/>
                  </a:ext>
                </a:extLst>
              </p:cNvPr>
              <p:cNvSpPr/>
              <p:nvPr/>
            </p:nvSpPr>
            <p:spPr>
              <a:xfrm>
                <a:off x="6584914" y="396623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824E36D9-CA4A-8CB6-B285-4C1787F034A3}"/>
                  </a:ext>
                </a:extLst>
              </p:cNvPr>
              <p:cNvSpPr/>
              <p:nvPr/>
            </p:nvSpPr>
            <p:spPr>
              <a:xfrm>
                <a:off x="5598348" y="4305460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42E80927-9697-7931-ECCC-71A311B33DA8}"/>
                  </a:ext>
                </a:extLst>
              </p:cNvPr>
              <p:cNvSpPr/>
              <p:nvPr/>
            </p:nvSpPr>
            <p:spPr>
              <a:xfrm>
                <a:off x="5925636" y="4305460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5" name="群組 124">
              <a:extLst>
                <a:ext uri="{FF2B5EF4-FFF2-40B4-BE49-F238E27FC236}">
                  <a16:creationId xmlns:a16="http://schemas.microsoft.com/office/drawing/2014/main" id="{8959E5B5-7804-A461-31AF-792242D9B82D}"/>
                </a:ext>
              </a:extLst>
            </p:cNvPr>
            <p:cNvGrpSpPr/>
            <p:nvPr/>
          </p:nvGrpSpPr>
          <p:grpSpPr>
            <a:xfrm>
              <a:off x="5520699" y="-24648715"/>
              <a:ext cx="1431806" cy="777080"/>
              <a:chOff x="5520698" y="4787118"/>
              <a:chExt cx="1431806" cy="777080"/>
            </a:xfrm>
          </p:grpSpPr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5C1CB1B8-0F56-3F56-1742-AE3394B80456}"/>
                  </a:ext>
                </a:extLst>
              </p:cNvPr>
              <p:cNvSpPr/>
              <p:nvPr/>
            </p:nvSpPr>
            <p:spPr>
              <a:xfrm>
                <a:off x="5520698" y="4787118"/>
                <a:ext cx="1431806" cy="77708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0DA80081-32F9-2370-46D2-8F5541828E9F}"/>
                  </a:ext>
                </a:extLst>
              </p:cNvPr>
              <p:cNvSpPr/>
              <p:nvPr/>
            </p:nvSpPr>
            <p:spPr>
              <a:xfrm>
                <a:off x="5598348" y="4866120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A24075DD-BA3C-F6A3-9752-7CFE69F2255F}"/>
                  </a:ext>
                </a:extLst>
              </p:cNvPr>
              <p:cNvSpPr/>
              <p:nvPr/>
            </p:nvSpPr>
            <p:spPr>
              <a:xfrm>
                <a:off x="5925636" y="4866120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ACA7CFB4-B766-445A-830D-2074CFE85809}"/>
                  </a:ext>
                </a:extLst>
              </p:cNvPr>
              <p:cNvSpPr/>
              <p:nvPr/>
            </p:nvSpPr>
            <p:spPr>
              <a:xfrm>
                <a:off x="6252894" y="520534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291ADCD-0C09-7A8B-8AF9-935580AF3838}"/>
                  </a:ext>
                </a:extLst>
              </p:cNvPr>
              <p:cNvSpPr/>
              <p:nvPr/>
            </p:nvSpPr>
            <p:spPr>
              <a:xfrm>
                <a:off x="6584914" y="520534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97FA236A-2AC1-85AA-FF8D-5602481AABC0}"/>
                  </a:ext>
                </a:extLst>
              </p:cNvPr>
              <p:cNvSpPr/>
              <p:nvPr/>
            </p:nvSpPr>
            <p:spPr>
              <a:xfrm>
                <a:off x="5598348" y="520534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CD83DB9-C6A3-5DFE-8962-75DC8B253F60}"/>
                  </a:ext>
                </a:extLst>
              </p:cNvPr>
              <p:cNvSpPr/>
              <p:nvPr/>
            </p:nvSpPr>
            <p:spPr>
              <a:xfrm>
                <a:off x="5925636" y="520534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018568DB-CDD1-81B4-9287-623D9BF0DA5F}"/>
                </a:ext>
              </a:extLst>
            </p:cNvPr>
            <p:cNvSpPr txBox="1"/>
            <p:nvPr/>
          </p:nvSpPr>
          <p:spPr>
            <a:xfrm>
              <a:off x="4138939" y="-26149999"/>
              <a:ext cx="69442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TW" sz="1200" b="1" dirty="0" err="1">
                  <a:latin typeface="Consolas" panose="020B0609020204030204" pitchFamily="49" charset="0"/>
                </a:rPr>
                <a:t>nowrap</a:t>
              </a:r>
              <a:endParaRPr lang="zh-TW" altLang="en-US" sz="1200" b="1" dirty="0">
                <a:latin typeface="Consolas" panose="020B0609020204030204" pitchFamily="49" charset="0"/>
              </a:endParaRPr>
            </a:p>
          </p:txBody>
        </p:sp>
        <p:sp>
          <p:nvSpPr>
            <p:cNvPr id="113" name="文字方塊 112">
              <a:extLst>
                <a:ext uri="{FF2B5EF4-FFF2-40B4-BE49-F238E27FC236}">
                  <a16:creationId xmlns:a16="http://schemas.microsoft.com/office/drawing/2014/main" id="{5096E9A9-3C1C-268D-2374-79DA893BF9A9}"/>
                </a:ext>
              </a:extLst>
            </p:cNvPr>
            <p:cNvSpPr txBox="1"/>
            <p:nvPr/>
          </p:nvSpPr>
          <p:spPr>
            <a:xfrm>
              <a:off x="4138939" y="-25301757"/>
              <a:ext cx="524503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wrap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48CBF944-E0AF-C00B-73E6-5697905E4C93}"/>
                </a:ext>
              </a:extLst>
            </p:cNvPr>
            <p:cNvSpPr txBox="1"/>
            <p:nvPr/>
          </p:nvSpPr>
          <p:spPr>
            <a:xfrm>
              <a:off x="4138939" y="-24398675"/>
              <a:ext cx="1204176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wrap-reverse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grpSp>
          <p:nvGrpSpPr>
            <p:cNvPr id="120" name="群組 119">
              <a:extLst>
                <a:ext uri="{FF2B5EF4-FFF2-40B4-BE49-F238E27FC236}">
                  <a16:creationId xmlns:a16="http://schemas.microsoft.com/office/drawing/2014/main" id="{D9A2E822-5E87-B969-F93A-EDF11FA494CC}"/>
                </a:ext>
              </a:extLst>
            </p:cNvPr>
            <p:cNvGrpSpPr/>
            <p:nvPr/>
          </p:nvGrpSpPr>
          <p:grpSpPr>
            <a:xfrm>
              <a:off x="1720483" y="-26470313"/>
              <a:ext cx="9000000" cy="462573"/>
              <a:chOff x="1720482" y="548022"/>
              <a:chExt cx="9000000" cy="462573"/>
            </a:xfrm>
          </p:grpSpPr>
          <p:cxnSp>
            <p:nvCxnSpPr>
              <p:cNvPr id="121" name="直線接點 120">
                <a:extLst>
                  <a:ext uri="{FF2B5EF4-FFF2-40B4-BE49-F238E27FC236}">
                    <a16:creationId xmlns:a16="http://schemas.microsoft.com/office/drawing/2014/main" id="{F01209A0-EE4F-2CDA-A05C-FBD4D6ED3A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7FE7AB28-C81C-8EC6-618E-8F251521CB59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949299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flex-wrap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28" name="群組 127">
              <a:extLst>
                <a:ext uri="{FF2B5EF4-FFF2-40B4-BE49-F238E27FC236}">
                  <a16:creationId xmlns:a16="http://schemas.microsoft.com/office/drawing/2014/main" id="{76740F2B-3AF7-9C5A-951B-1DA43277B4F5}"/>
                </a:ext>
              </a:extLst>
            </p:cNvPr>
            <p:cNvGrpSpPr/>
            <p:nvPr/>
          </p:nvGrpSpPr>
          <p:grpSpPr>
            <a:xfrm>
              <a:off x="1720483" y="-23476839"/>
              <a:ext cx="9000000" cy="462573"/>
              <a:chOff x="1720482" y="548022"/>
              <a:chExt cx="9000000" cy="462573"/>
            </a:xfrm>
          </p:grpSpPr>
          <p:cxnSp>
            <p:nvCxnSpPr>
              <p:cNvPr id="129" name="直線接點 128">
                <a:extLst>
                  <a:ext uri="{FF2B5EF4-FFF2-40B4-BE49-F238E27FC236}">
                    <a16:creationId xmlns:a16="http://schemas.microsoft.com/office/drawing/2014/main" id="{83A885CE-0F43-42BA-BCD4-B76AD16CEC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B1B298C4-C97B-9234-1275-7E24BC1E7ED2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949299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flex-flow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31" name="群組 130">
              <a:extLst>
                <a:ext uri="{FF2B5EF4-FFF2-40B4-BE49-F238E27FC236}">
                  <a16:creationId xmlns:a16="http://schemas.microsoft.com/office/drawing/2014/main" id="{1FFC8652-5141-BEB0-3187-E1A7F1DA854D}"/>
                </a:ext>
              </a:extLst>
            </p:cNvPr>
            <p:cNvGrpSpPr/>
            <p:nvPr/>
          </p:nvGrpSpPr>
          <p:grpSpPr>
            <a:xfrm>
              <a:off x="1720483" y="-22815142"/>
              <a:ext cx="9000000" cy="462573"/>
              <a:chOff x="1720482" y="548022"/>
              <a:chExt cx="9000000" cy="462573"/>
            </a:xfrm>
          </p:grpSpPr>
          <p:cxnSp>
            <p:nvCxnSpPr>
              <p:cNvPr id="132" name="直線接點 131">
                <a:extLst>
                  <a:ext uri="{FF2B5EF4-FFF2-40B4-BE49-F238E27FC236}">
                    <a16:creationId xmlns:a16="http://schemas.microsoft.com/office/drawing/2014/main" id="{E1D30990-B073-FB26-61BB-31269BB1F3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3893AB0D-1069-277A-5A2E-78F68989C853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43954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gap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34" name="群組 133">
              <a:extLst>
                <a:ext uri="{FF2B5EF4-FFF2-40B4-BE49-F238E27FC236}">
                  <a16:creationId xmlns:a16="http://schemas.microsoft.com/office/drawing/2014/main" id="{3C3959D2-ECE8-BDDC-B6A0-D2C8ACD81D20}"/>
                </a:ext>
              </a:extLst>
            </p:cNvPr>
            <p:cNvGrpSpPr/>
            <p:nvPr/>
          </p:nvGrpSpPr>
          <p:grpSpPr>
            <a:xfrm>
              <a:off x="1720483" y="-22129857"/>
              <a:ext cx="9000000" cy="462573"/>
              <a:chOff x="1720482" y="548022"/>
              <a:chExt cx="9000000" cy="462573"/>
            </a:xfrm>
          </p:grpSpPr>
          <p:cxnSp>
            <p:nvCxnSpPr>
              <p:cNvPr id="135" name="直線接點 134">
                <a:extLst>
                  <a:ext uri="{FF2B5EF4-FFF2-40B4-BE49-F238E27FC236}">
                    <a16:creationId xmlns:a16="http://schemas.microsoft.com/office/drawing/2014/main" id="{07735B98-A158-4352-7B1A-0F002BB751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8554A34B-6470-489C-CF4C-0B0F2ED4A6BC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1459054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justify-content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F117DBDF-6D67-3BBF-ED81-BC2160538351}"/>
                </a:ext>
              </a:extLst>
            </p:cNvPr>
            <p:cNvSpPr/>
            <p:nvPr/>
          </p:nvSpPr>
          <p:spPr>
            <a:xfrm>
              <a:off x="5520699" y="-21768503"/>
              <a:ext cx="1751640" cy="4398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3282C7AC-0B98-80BA-B4A6-F3C592713271}"/>
                </a:ext>
              </a:extLst>
            </p:cNvPr>
            <p:cNvSpPr/>
            <p:nvPr/>
          </p:nvSpPr>
          <p:spPr>
            <a:xfrm>
              <a:off x="5598349" y="-21689501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CCC3C360-87D1-C219-338D-B6E3811790FE}"/>
                </a:ext>
              </a:extLst>
            </p:cNvPr>
            <p:cNvSpPr/>
            <p:nvPr/>
          </p:nvSpPr>
          <p:spPr>
            <a:xfrm>
              <a:off x="5925637" y="-21689501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AB98C1AD-F328-0AD2-C4FE-752C703F7F9F}"/>
                </a:ext>
              </a:extLst>
            </p:cNvPr>
            <p:cNvSpPr/>
            <p:nvPr/>
          </p:nvSpPr>
          <p:spPr>
            <a:xfrm>
              <a:off x="6252895" y="-21689501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92CC6112-D4D7-F252-3C15-EC3FC8D1EB5E}"/>
                </a:ext>
              </a:extLst>
            </p:cNvPr>
            <p:cNvSpPr/>
            <p:nvPr/>
          </p:nvSpPr>
          <p:spPr>
            <a:xfrm>
              <a:off x="5520699" y="-21197620"/>
              <a:ext cx="1751640" cy="4398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7513173B-D867-A92F-3EE8-B5CAB9518AB4}"/>
                </a:ext>
              </a:extLst>
            </p:cNvPr>
            <p:cNvSpPr/>
            <p:nvPr/>
          </p:nvSpPr>
          <p:spPr>
            <a:xfrm>
              <a:off x="6252895" y="-21118618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0C61D510-52C3-0706-74EC-92931DA91EB7}"/>
                </a:ext>
              </a:extLst>
            </p:cNvPr>
            <p:cNvSpPr/>
            <p:nvPr/>
          </p:nvSpPr>
          <p:spPr>
            <a:xfrm>
              <a:off x="6575412" y="-21118618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3ECFCA60-2E3F-C466-C3A6-735E32AFFCF3}"/>
                </a:ext>
              </a:extLst>
            </p:cNvPr>
            <p:cNvSpPr/>
            <p:nvPr/>
          </p:nvSpPr>
          <p:spPr>
            <a:xfrm>
              <a:off x="6905378" y="-21118618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924D292E-5B51-A8E8-03EF-1E2B62B484D0}"/>
                </a:ext>
              </a:extLst>
            </p:cNvPr>
            <p:cNvSpPr/>
            <p:nvPr/>
          </p:nvSpPr>
          <p:spPr>
            <a:xfrm>
              <a:off x="5520699" y="-20662689"/>
              <a:ext cx="1751640" cy="4398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9DF71F22-181A-9074-724A-A395B8C0E02D}"/>
                </a:ext>
              </a:extLst>
            </p:cNvPr>
            <p:cNvSpPr/>
            <p:nvPr/>
          </p:nvSpPr>
          <p:spPr>
            <a:xfrm>
              <a:off x="6575412" y="-20583687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A927CD2F-EB22-B7A8-8942-6D9C62912404}"/>
                </a:ext>
              </a:extLst>
            </p:cNvPr>
            <p:cNvSpPr/>
            <p:nvPr/>
          </p:nvSpPr>
          <p:spPr>
            <a:xfrm>
              <a:off x="5925637" y="-20583687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1CB7AFE3-9652-9DAB-26F3-2797530ABA46}"/>
                </a:ext>
              </a:extLst>
            </p:cNvPr>
            <p:cNvSpPr/>
            <p:nvPr/>
          </p:nvSpPr>
          <p:spPr>
            <a:xfrm>
              <a:off x="6252895" y="-20583687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B8A4CB38-DCA1-C9EA-6CFE-ADCA706A3825}"/>
                </a:ext>
              </a:extLst>
            </p:cNvPr>
            <p:cNvSpPr/>
            <p:nvPr/>
          </p:nvSpPr>
          <p:spPr>
            <a:xfrm>
              <a:off x="5520699" y="-20127758"/>
              <a:ext cx="1751640" cy="4398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2B30833F-FF71-15D5-2974-99EF550904E5}"/>
                </a:ext>
              </a:extLst>
            </p:cNvPr>
            <p:cNvSpPr/>
            <p:nvPr/>
          </p:nvSpPr>
          <p:spPr>
            <a:xfrm>
              <a:off x="6252895" y="-20048756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B12306A0-0A8D-86D3-D732-F9249252EB16}"/>
                </a:ext>
              </a:extLst>
            </p:cNvPr>
            <p:cNvSpPr/>
            <p:nvPr/>
          </p:nvSpPr>
          <p:spPr>
            <a:xfrm>
              <a:off x="5598349" y="-20048756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393B51C1-B432-599B-5461-7CE6CE8B1614}"/>
                </a:ext>
              </a:extLst>
            </p:cNvPr>
            <p:cNvSpPr/>
            <p:nvPr/>
          </p:nvSpPr>
          <p:spPr>
            <a:xfrm>
              <a:off x="6905378" y="-20048756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8CC0630A-E6AA-E8D5-8F2C-3262C27EECB1}"/>
                </a:ext>
              </a:extLst>
            </p:cNvPr>
            <p:cNvSpPr/>
            <p:nvPr/>
          </p:nvSpPr>
          <p:spPr>
            <a:xfrm>
              <a:off x="5520699" y="-19592827"/>
              <a:ext cx="1751640" cy="4398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8179306A-3CB0-3E0A-8CD0-F402E492E8FB}"/>
                </a:ext>
              </a:extLst>
            </p:cNvPr>
            <p:cNvSpPr/>
            <p:nvPr/>
          </p:nvSpPr>
          <p:spPr>
            <a:xfrm>
              <a:off x="6814201" y="-19513825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59C53055-1FAE-8F56-D700-D6F971B7E291}"/>
                </a:ext>
              </a:extLst>
            </p:cNvPr>
            <p:cNvSpPr/>
            <p:nvPr/>
          </p:nvSpPr>
          <p:spPr>
            <a:xfrm>
              <a:off x="5682352" y="-19513825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FEAF752F-9966-A387-2DC7-B42FA46F7BF5}"/>
                </a:ext>
              </a:extLst>
            </p:cNvPr>
            <p:cNvSpPr/>
            <p:nvPr/>
          </p:nvSpPr>
          <p:spPr>
            <a:xfrm>
              <a:off x="6252895" y="-19513825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C7EB1251-4EE7-E79C-5507-F184D108FD0F}"/>
                </a:ext>
              </a:extLst>
            </p:cNvPr>
            <p:cNvSpPr/>
            <p:nvPr/>
          </p:nvSpPr>
          <p:spPr>
            <a:xfrm>
              <a:off x="5520699" y="-19057896"/>
              <a:ext cx="1751640" cy="4398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29EC7DC7-7667-927B-9535-1EC8DD06DCD4}"/>
                </a:ext>
              </a:extLst>
            </p:cNvPr>
            <p:cNvSpPr/>
            <p:nvPr/>
          </p:nvSpPr>
          <p:spPr>
            <a:xfrm>
              <a:off x="6252895" y="-18978894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A27D7171-76F0-FCFE-8E51-E197EE8B3C20}"/>
                </a:ext>
              </a:extLst>
            </p:cNvPr>
            <p:cNvSpPr/>
            <p:nvPr/>
          </p:nvSpPr>
          <p:spPr>
            <a:xfrm>
              <a:off x="5745852" y="-18978894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DB507925-6F5A-9D5B-0AAB-C3549F7595E7}"/>
                </a:ext>
              </a:extLst>
            </p:cNvPr>
            <p:cNvSpPr/>
            <p:nvPr/>
          </p:nvSpPr>
          <p:spPr>
            <a:xfrm>
              <a:off x="6725624" y="-18978894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0" name="文字方塊 189">
              <a:extLst>
                <a:ext uri="{FF2B5EF4-FFF2-40B4-BE49-F238E27FC236}">
                  <a16:creationId xmlns:a16="http://schemas.microsoft.com/office/drawing/2014/main" id="{1F11C0C9-79A4-4BD3-C3F9-68B89D78D5FE}"/>
                </a:ext>
              </a:extLst>
            </p:cNvPr>
            <p:cNvSpPr txBox="1"/>
            <p:nvPr/>
          </p:nvSpPr>
          <p:spPr>
            <a:xfrm>
              <a:off x="4138939" y="-21874167"/>
              <a:ext cx="1034257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TW" sz="1200" b="1" dirty="0">
                  <a:latin typeface="Consolas" panose="020B0609020204030204" pitchFamily="49" charset="0"/>
                </a:rPr>
                <a:t>flex-start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start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left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191" name="文字方塊 190">
              <a:extLst>
                <a:ext uri="{FF2B5EF4-FFF2-40B4-BE49-F238E27FC236}">
                  <a16:creationId xmlns:a16="http://schemas.microsoft.com/office/drawing/2014/main" id="{97677449-2C46-6F33-ED2E-D8A0624EE6A9}"/>
                </a:ext>
              </a:extLst>
            </p:cNvPr>
            <p:cNvSpPr txBox="1"/>
            <p:nvPr/>
          </p:nvSpPr>
          <p:spPr>
            <a:xfrm>
              <a:off x="4138939" y="-21298393"/>
              <a:ext cx="864339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flex-end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end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right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192" name="文字方塊 191">
              <a:extLst>
                <a:ext uri="{FF2B5EF4-FFF2-40B4-BE49-F238E27FC236}">
                  <a16:creationId xmlns:a16="http://schemas.microsoft.com/office/drawing/2014/main" id="{70F6D688-D729-83E9-0513-0E240B263BBD}"/>
                </a:ext>
              </a:extLst>
            </p:cNvPr>
            <p:cNvSpPr txBox="1"/>
            <p:nvPr/>
          </p:nvSpPr>
          <p:spPr>
            <a:xfrm>
              <a:off x="4138939" y="-20583687"/>
              <a:ext cx="69442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center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193" name="文字方塊 192">
              <a:extLst>
                <a:ext uri="{FF2B5EF4-FFF2-40B4-BE49-F238E27FC236}">
                  <a16:creationId xmlns:a16="http://schemas.microsoft.com/office/drawing/2014/main" id="{1D51472D-755C-CEFE-9110-BD79B3F7F7B6}"/>
                </a:ext>
              </a:extLst>
            </p:cNvPr>
            <p:cNvSpPr txBox="1"/>
            <p:nvPr/>
          </p:nvSpPr>
          <p:spPr>
            <a:xfrm>
              <a:off x="4148881" y="-20053647"/>
              <a:ext cx="1289135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space-between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194" name="文字方塊 193">
              <a:extLst>
                <a:ext uri="{FF2B5EF4-FFF2-40B4-BE49-F238E27FC236}">
                  <a16:creationId xmlns:a16="http://schemas.microsoft.com/office/drawing/2014/main" id="{D5A9A973-F66C-C76C-B9B2-FAA758112736}"/>
                </a:ext>
              </a:extLst>
            </p:cNvPr>
            <p:cNvSpPr txBox="1"/>
            <p:nvPr/>
          </p:nvSpPr>
          <p:spPr>
            <a:xfrm>
              <a:off x="4138939" y="-19508132"/>
              <a:ext cx="1204176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space-around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195" name="文字方塊 194">
              <a:extLst>
                <a:ext uri="{FF2B5EF4-FFF2-40B4-BE49-F238E27FC236}">
                  <a16:creationId xmlns:a16="http://schemas.microsoft.com/office/drawing/2014/main" id="{E6E84735-1EA9-58EC-C6E7-2A92ED972CD1}"/>
                </a:ext>
              </a:extLst>
            </p:cNvPr>
            <p:cNvSpPr txBox="1"/>
            <p:nvPr/>
          </p:nvSpPr>
          <p:spPr>
            <a:xfrm>
              <a:off x="4138939" y="-18976449"/>
              <a:ext cx="1204176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space-evenly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grpSp>
          <p:nvGrpSpPr>
            <p:cNvPr id="196" name="群組 195">
              <a:extLst>
                <a:ext uri="{FF2B5EF4-FFF2-40B4-BE49-F238E27FC236}">
                  <a16:creationId xmlns:a16="http://schemas.microsoft.com/office/drawing/2014/main" id="{A375C782-6CCB-D7EF-184C-79A31773C17F}"/>
                </a:ext>
              </a:extLst>
            </p:cNvPr>
            <p:cNvGrpSpPr/>
            <p:nvPr/>
          </p:nvGrpSpPr>
          <p:grpSpPr>
            <a:xfrm>
              <a:off x="1720483" y="-18151395"/>
              <a:ext cx="9000000" cy="462573"/>
              <a:chOff x="1720482" y="548022"/>
              <a:chExt cx="9000000" cy="462573"/>
            </a:xfrm>
          </p:grpSpPr>
          <p:cxnSp>
            <p:nvCxnSpPr>
              <p:cNvPr id="197" name="直線接點 196">
                <a:extLst>
                  <a:ext uri="{FF2B5EF4-FFF2-40B4-BE49-F238E27FC236}">
                    <a16:creationId xmlns:a16="http://schemas.microsoft.com/office/drawing/2014/main" id="{C8C833A4-D9E2-29D1-B61E-DE31582336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8" name="文字方塊 197">
                <a:extLst>
                  <a:ext uri="{FF2B5EF4-FFF2-40B4-BE49-F238E27FC236}">
                    <a16:creationId xmlns:a16="http://schemas.microsoft.com/office/drawing/2014/main" id="{2615B33F-E80A-013C-CE5A-8B9B442FB1DE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1289135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align-content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F719A67B-9CF1-06A0-458A-1672A385A7E3}"/>
                </a:ext>
              </a:extLst>
            </p:cNvPr>
            <p:cNvSpPr/>
            <p:nvPr/>
          </p:nvSpPr>
          <p:spPr>
            <a:xfrm>
              <a:off x="5520699" y="-17790042"/>
              <a:ext cx="1751640" cy="10041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9F38BC85-27A8-59A5-7A96-3F5288FD6114}"/>
                </a:ext>
              </a:extLst>
            </p:cNvPr>
            <p:cNvSpPr/>
            <p:nvPr/>
          </p:nvSpPr>
          <p:spPr>
            <a:xfrm>
              <a:off x="5598348" y="-17711039"/>
              <a:ext cx="4293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854AB526-DB1D-8069-90FB-EB18E71B9ECD}"/>
                </a:ext>
              </a:extLst>
            </p:cNvPr>
            <p:cNvSpPr/>
            <p:nvPr/>
          </p:nvSpPr>
          <p:spPr>
            <a:xfrm>
              <a:off x="5925637" y="-17711039"/>
              <a:ext cx="147257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E679660A-EF7D-0C07-FDA1-20D6CA0575DE}"/>
                </a:ext>
              </a:extLst>
            </p:cNvPr>
            <p:cNvSpPr/>
            <p:nvPr/>
          </p:nvSpPr>
          <p:spPr>
            <a:xfrm>
              <a:off x="6105390" y="-17711039"/>
              <a:ext cx="562111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3" name="文字方塊 222">
              <a:extLst>
                <a:ext uri="{FF2B5EF4-FFF2-40B4-BE49-F238E27FC236}">
                  <a16:creationId xmlns:a16="http://schemas.microsoft.com/office/drawing/2014/main" id="{499E7455-710C-9837-CC6E-D440A5B42865}"/>
                </a:ext>
              </a:extLst>
            </p:cNvPr>
            <p:cNvSpPr txBox="1"/>
            <p:nvPr/>
          </p:nvSpPr>
          <p:spPr>
            <a:xfrm>
              <a:off x="4138939" y="-17827322"/>
              <a:ext cx="1034257" cy="46166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b="1" dirty="0">
                  <a:latin typeface="Consolas" panose="020B0609020204030204" pitchFamily="49" charset="0"/>
                </a:rPr>
                <a:t>flex-start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start</a:t>
              </a:r>
            </a:p>
          </p:txBody>
        </p:sp>
        <p:sp>
          <p:nvSpPr>
            <p:cNvPr id="230" name="矩形 229">
              <a:extLst>
                <a:ext uri="{FF2B5EF4-FFF2-40B4-BE49-F238E27FC236}">
                  <a16:creationId xmlns:a16="http://schemas.microsoft.com/office/drawing/2014/main" id="{433331A3-6E38-EAAB-8C86-13267F3518AB}"/>
                </a:ext>
              </a:extLst>
            </p:cNvPr>
            <p:cNvSpPr/>
            <p:nvPr/>
          </p:nvSpPr>
          <p:spPr>
            <a:xfrm>
              <a:off x="6699996" y="-17711039"/>
              <a:ext cx="487272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FD7BD478-DF46-C606-1757-8F819B287CBC}"/>
                </a:ext>
              </a:extLst>
            </p:cNvPr>
            <p:cNvSpPr/>
            <p:nvPr/>
          </p:nvSpPr>
          <p:spPr>
            <a:xfrm>
              <a:off x="5598348" y="-17525374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6" name="矩形 235">
              <a:extLst>
                <a:ext uri="{FF2B5EF4-FFF2-40B4-BE49-F238E27FC236}">
                  <a16:creationId xmlns:a16="http://schemas.microsoft.com/office/drawing/2014/main" id="{11EC8080-584F-BFE6-EAF1-E76EBB693165}"/>
                </a:ext>
              </a:extLst>
            </p:cNvPr>
            <p:cNvSpPr/>
            <p:nvPr/>
          </p:nvSpPr>
          <p:spPr>
            <a:xfrm>
              <a:off x="6831486" y="-17525374"/>
              <a:ext cx="357600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B2458D9C-3F2E-46A9-1DC0-4F094B52BD5B}"/>
                </a:ext>
              </a:extLst>
            </p:cNvPr>
            <p:cNvSpPr/>
            <p:nvPr/>
          </p:nvSpPr>
          <p:spPr>
            <a:xfrm>
              <a:off x="5598348" y="-17341308"/>
              <a:ext cx="4293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7" name="矩形 246">
              <a:extLst>
                <a:ext uri="{FF2B5EF4-FFF2-40B4-BE49-F238E27FC236}">
                  <a16:creationId xmlns:a16="http://schemas.microsoft.com/office/drawing/2014/main" id="{D1494898-BFAC-9938-80A7-020FCC514265}"/>
                </a:ext>
              </a:extLst>
            </p:cNvPr>
            <p:cNvSpPr/>
            <p:nvPr/>
          </p:nvSpPr>
          <p:spPr>
            <a:xfrm>
              <a:off x="5925637" y="-17341308"/>
              <a:ext cx="147257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954CCA8C-9351-0F6A-79B9-364019E7FE27}"/>
                </a:ext>
              </a:extLst>
            </p:cNvPr>
            <p:cNvSpPr/>
            <p:nvPr/>
          </p:nvSpPr>
          <p:spPr>
            <a:xfrm>
              <a:off x="6105390" y="-17341308"/>
              <a:ext cx="562111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9" name="矩形 248">
              <a:extLst>
                <a:ext uri="{FF2B5EF4-FFF2-40B4-BE49-F238E27FC236}">
                  <a16:creationId xmlns:a16="http://schemas.microsoft.com/office/drawing/2014/main" id="{14ED7A70-9689-51D5-16FA-3959ADD98654}"/>
                </a:ext>
              </a:extLst>
            </p:cNvPr>
            <p:cNvSpPr/>
            <p:nvPr/>
          </p:nvSpPr>
          <p:spPr>
            <a:xfrm>
              <a:off x="6699996" y="-17341308"/>
              <a:ext cx="487272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09758582-F351-CD54-20EF-7F8E30664AF3}"/>
                </a:ext>
              </a:extLst>
            </p:cNvPr>
            <p:cNvSpPr/>
            <p:nvPr/>
          </p:nvSpPr>
          <p:spPr>
            <a:xfrm>
              <a:off x="6009394" y="-17525374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8D0B4930-08F1-B8D2-0270-AB476136D095}"/>
                </a:ext>
              </a:extLst>
            </p:cNvPr>
            <p:cNvSpPr/>
            <p:nvPr/>
          </p:nvSpPr>
          <p:spPr>
            <a:xfrm>
              <a:off x="6420440" y="-17525374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6" name="矩形 365">
              <a:extLst>
                <a:ext uri="{FF2B5EF4-FFF2-40B4-BE49-F238E27FC236}">
                  <a16:creationId xmlns:a16="http://schemas.microsoft.com/office/drawing/2014/main" id="{5DE1FCC2-0BB3-FB0E-6F3D-8A2F30019952}"/>
                </a:ext>
              </a:extLst>
            </p:cNvPr>
            <p:cNvSpPr/>
            <p:nvPr/>
          </p:nvSpPr>
          <p:spPr>
            <a:xfrm>
              <a:off x="5520699" y="-16682209"/>
              <a:ext cx="1751640" cy="10041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7" name="矩形 366">
              <a:extLst>
                <a:ext uri="{FF2B5EF4-FFF2-40B4-BE49-F238E27FC236}">
                  <a16:creationId xmlns:a16="http://schemas.microsoft.com/office/drawing/2014/main" id="{E1EEEDB7-608A-7BD3-AA3F-8EB4B91C771E}"/>
                </a:ext>
              </a:extLst>
            </p:cNvPr>
            <p:cNvSpPr/>
            <p:nvPr/>
          </p:nvSpPr>
          <p:spPr>
            <a:xfrm>
              <a:off x="5598348" y="-16603206"/>
              <a:ext cx="4293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8" name="矩形 367">
              <a:extLst>
                <a:ext uri="{FF2B5EF4-FFF2-40B4-BE49-F238E27FC236}">
                  <a16:creationId xmlns:a16="http://schemas.microsoft.com/office/drawing/2014/main" id="{BB6C95A8-6104-B27A-7D94-799A1482DD06}"/>
                </a:ext>
              </a:extLst>
            </p:cNvPr>
            <p:cNvSpPr/>
            <p:nvPr/>
          </p:nvSpPr>
          <p:spPr>
            <a:xfrm>
              <a:off x="5925637" y="-16603206"/>
              <a:ext cx="147257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69" name="矩形 368">
              <a:extLst>
                <a:ext uri="{FF2B5EF4-FFF2-40B4-BE49-F238E27FC236}">
                  <a16:creationId xmlns:a16="http://schemas.microsoft.com/office/drawing/2014/main" id="{CC1EEFDE-CB61-CA21-880C-8537CE11594D}"/>
                </a:ext>
              </a:extLst>
            </p:cNvPr>
            <p:cNvSpPr/>
            <p:nvPr/>
          </p:nvSpPr>
          <p:spPr>
            <a:xfrm>
              <a:off x="6105390" y="-16603206"/>
              <a:ext cx="562111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0" name="文字方塊 369">
              <a:extLst>
                <a:ext uri="{FF2B5EF4-FFF2-40B4-BE49-F238E27FC236}">
                  <a16:creationId xmlns:a16="http://schemas.microsoft.com/office/drawing/2014/main" id="{63335E3B-0496-A286-FB64-26AE04359AA0}"/>
                </a:ext>
              </a:extLst>
            </p:cNvPr>
            <p:cNvSpPr txBox="1"/>
            <p:nvPr/>
          </p:nvSpPr>
          <p:spPr>
            <a:xfrm>
              <a:off x="4138939" y="-16719489"/>
              <a:ext cx="864339" cy="46166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flex-end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end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371" name="矩形 370">
              <a:extLst>
                <a:ext uri="{FF2B5EF4-FFF2-40B4-BE49-F238E27FC236}">
                  <a16:creationId xmlns:a16="http://schemas.microsoft.com/office/drawing/2014/main" id="{2CFB59DE-5BD5-05AF-68D7-8C4E8B0B04A9}"/>
                </a:ext>
              </a:extLst>
            </p:cNvPr>
            <p:cNvSpPr/>
            <p:nvPr/>
          </p:nvSpPr>
          <p:spPr>
            <a:xfrm>
              <a:off x="6699996" y="-16603206"/>
              <a:ext cx="487272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2" name="矩形 371">
              <a:extLst>
                <a:ext uri="{FF2B5EF4-FFF2-40B4-BE49-F238E27FC236}">
                  <a16:creationId xmlns:a16="http://schemas.microsoft.com/office/drawing/2014/main" id="{01AB3547-AF08-8042-40AD-3100D0411EA1}"/>
                </a:ext>
              </a:extLst>
            </p:cNvPr>
            <p:cNvSpPr/>
            <p:nvPr/>
          </p:nvSpPr>
          <p:spPr>
            <a:xfrm>
              <a:off x="5598348" y="-16417541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3" name="矩形 372">
              <a:extLst>
                <a:ext uri="{FF2B5EF4-FFF2-40B4-BE49-F238E27FC236}">
                  <a16:creationId xmlns:a16="http://schemas.microsoft.com/office/drawing/2014/main" id="{1BF21C85-3EAB-C881-30D8-6D5F99F1DA06}"/>
                </a:ext>
              </a:extLst>
            </p:cNvPr>
            <p:cNvSpPr/>
            <p:nvPr/>
          </p:nvSpPr>
          <p:spPr>
            <a:xfrm>
              <a:off x="6831486" y="-16417541"/>
              <a:ext cx="357600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4" name="矩形 373">
              <a:extLst>
                <a:ext uri="{FF2B5EF4-FFF2-40B4-BE49-F238E27FC236}">
                  <a16:creationId xmlns:a16="http://schemas.microsoft.com/office/drawing/2014/main" id="{8AD66481-F88D-FD6B-5721-CE9CCD01B467}"/>
                </a:ext>
              </a:extLst>
            </p:cNvPr>
            <p:cNvSpPr/>
            <p:nvPr/>
          </p:nvSpPr>
          <p:spPr>
            <a:xfrm>
              <a:off x="5598348" y="-16233475"/>
              <a:ext cx="4293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5" name="矩形 374">
              <a:extLst>
                <a:ext uri="{FF2B5EF4-FFF2-40B4-BE49-F238E27FC236}">
                  <a16:creationId xmlns:a16="http://schemas.microsoft.com/office/drawing/2014/main" id="{DC8D9B1F-37DA-35FE-F1A7-0B3DF7D1385B}"/>
                </a:ext>
              </a:extLst>
            </p:cNvPr>
            <p:cNvSpPr/>
            <p:nvPr/>
          </p:nvSpPr>
          <p:spPr>
            <a:xfrm>
              <a:off x="5925637" y="-16233475"/>
              <a:ext cx="147257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76" name="矩形 375">
              <a:extLst>
                <a:ext uri="{FF2B5EF4-FFF2-40B4-BE49-F238E27FC236}">
                  <a16:creationId xmlns:a16="http://schemas.microsoft.com/office/drawing/2014/main" id="{73C566D4-01F4-AD31-9C6D-DC62F1A2C2F2}"/>
                </a:ext>
              </a:extLst>
            </p:cNvPr>
            <p:cNvSpPr/>
            <p:nvPr/>
          </p:nvSpPr>
          <p:spPr>
            <a:xfrm>
              <a:off x="6105390" y="-16233475"/>
              <a:ext cx="562111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7" name="矩形 376">
              <a:extLst>
                <a:ext uri="{FF2B5EF4-FFF2-40B4-BE49-F238E27FC236}">
                  <a16:creationId xmlns:a16="http://schemas.microsoft.com/office/drawing/2014/main" id="{2D157C86-A643-708C-AB2D-B49671E180AC}"/>
                </a:ext>
              </a:extLst>
            </p:cNvPr>
            <p:cNvSpPr/>
            <p:nvPr/>
          </p:nvSpPr>
          <p:spPr>
            <a:xfrm>
              <a:off x="6699996" y="-16233475"/>
              <a:ext cx="487272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8" name="矩形 377">
              <a:extLst>
                <a:ext uri="{FF2B5EF4-FFF2-40B4-BE49-F238E27FC236}">
                  <a16:creationId xmlns:a16="http://schemas.microsoft.com/office/drawing/2014/main" id="{32234AA4-12CF-377A-B02F-EE37753F6519}"/>
                </a:ext>
              </a:extLst>
            </p:cNvPr>
            <p:cNvSpPr/>
            <p:nvPr/>
          </p:nvSpPr>
          <p:spPr>
            <a:xfrm>
              <a:off x="6009394" y="-16417541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9" name="矩形 378">
              <a:extLst>
                <a:ext uri="{FF2B5EF4-FFF2-40B4-BE49-F238E27FC236}">
                  <a16:creationId xmlns:a16="http://schemas.microsoft.com/office/drawing/2014/main" id="{4B6DEF03-1413-5C23-E67F-D15AB8EF4EB3}"/>
                </a:ext>
              </a:extLst>
            </p:cNvPr>
            <p:cNvSpPr/>
            <p:nvPr/>
          </p:nvSpPr>
          <p:spPr>
            <a:xfrm>
              <a:off x="6420440" y="-16417541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1" name="矩形 380">
              <a:extLst>
                <a:ext uri="{FF2B5EF4-FFF2-40B4-BE49-F238E27FC236}">
                  <a16:creationId xmlns:a16="http://schemas.microsoft.com/office/drawing/2014/main" id="{EB762D76-4CAC-45B0-3EC2-9580FC1C752F}"/>
                </a:ext>
              </a:extLst>
            </p:cNvPr>
            <p:cNvSpPr/>
            <p:nvPr/>
          </p:nvSpPr>
          <p:spPr>
            <a:xfrm>
              <a:off x="5520699" y="-15578020"/>
              <a:ext cx="1751640" cy="10041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2" name="矩形 381">
              <a:extLst>
                <a:ext uri="{FF2B5EF4-FFF2-40B4-BE49-F238E27FC236}">
                  <a16:creationId xmlns:a16="http://schemas.microsoft.com/office/drawing/2014/main" id="{BC9660C1-F4C6-DAC9-099C-BA00BFEA0124}"/>
                </a:ext>
              </a:extLst>
            </p:cNvPr>
            <p:cNvSpPr/>
            <p:nvPr/>
          </p:nvSpPr>
          <p:spPr>
            <a:xfrm>
              <a:off x="5598348" y="-15499017"/>
              <a:ext cx="4293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3" name="矩形 382">
              <a:extLst>
                <a:ext uri="{FF2B5EF4-FFF2-40B4-BE49-F238E27FC236}">
                  <a16:creationId xmlns:a16="http://schemas.microsoft.com/office/drawing/2014/main" id="{74BEAA01-A030-343B-6C17-EEB7BBE0C137}"/>
                </a:ext>
              </a:extLst>
            </p:cNvPr>
            <p:cNvSpPr/>
            <p:nvPr/>
          </p:nvSpPr>
          <p:spPr>
            <a:xfrm>
              <a:off x="5925637" y="-15499017"/>
              <a:ext cx="147257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84" name="矩形 383">
              <a:extLst>
                <a:ext uri="{FF2B5EF4-FFF2-40B4-BE49-F238E27FC236}">
                  <a16:creationId xmlns:a16="http://schemas.microsoft.com/office/drawing/2014/main" id="{9076A938-2A0E-33C7-9D25-5D7296024F6D}"/>
                </a:ext>
              </a:extLst>
            </p:cNvPr>
            <p:cNvSpPr/>
            <p:nvPr/>
          </p:nvSpPr>
          <p:spPr>
            <a:xfrm>
              <a:off x="6105390" y="-15499017"/>
              <a:ext cx="562111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5" name="文字方塊 384">
              <a:extLst>
                <a:ext uri="{FF2B5EF4-FFF2-40B4-BE49-F238E27FC236}">
                  <a16:creationId xmlns:a16="http://schemas.microsoft.com/office/drawing/2014/main" id="{23B14714-2CA2-4F24-B978-80FEDC7A6C52}"/>
                </a:ext>
              </a:extLst>
            </p:cNvPr>
            <p:cNvSpPr txBox="1"/>
            <p:nvPr/>
          </p:nvSpPr>
          <p:spPr>
            <a:xfrm>
              <a:off x="4138939" y="-15615300"/>
              <a:ext cx="694421" cy="27699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center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386" name="矩形 385">
              <a:extLst>
                <a:ext uri="{FF2B5EF4-FFF2-40B4-BE49-F238E27FC236}">
                  <a16:creationId xmlns:a16="http://schemas.microsoft.com/office/drawing/2014/main" id="{4E3EA736-D7B5-4196-0947-D0FD897A3F3E}"/>
                </a:ext>
              </a:extLst>
            </p:cNvPr>
            <p:cNvSpPr/>
            <p:nvPr/>
          </p:nvSpPr>
          <p:spPr>
            <a:xfrm>
              <a:off x="6699996" y="-15499017"/>
              <a:ext cx="487272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7" name="矩形 386">
              <a:extLst>
                <a:ext uri="{FF2B5EF4-FFF2-40B4-BE49-F238E27FC236}">
                  <a16:creationId xmlns:a16="http://schemas.microsoft.com/office/drawing/2014/main" id="{C045DBFD-941A-0A12-DAA3-BF01B2916570}"/>
                </a:ext>
              </a:extLst>
            </p:cNvPr>
            <p:cNvSpPr/>
            <p:nvPr/>
          </p:nvSpPr>
          <p:spPr>
            <a:xfrm>
              <a:off x="5598348" y="-15313352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8" name="矩形 387">
              <a:extLst>
                <a:ext uri="{FF2B5EF4-FFF2-40B4-BE49-F238E27FC236}">
                  <a16:creationId xmlns:a16="http://schemas.microsoft.com/office/drawing/2014/main" id="{729A6A77-D922-0503-28AA-523F9387F114}"/>
                </a:ext>
              </a:extLst>
            </p:cNvPr>
            <p:cNvSpPr/>
            <p:nvPr/>
          </p:nvSpPr>
          <p:spPr>
            <a:xfrm>
              <a:off x="6831486" y="-15313352"/>
              <a:ext cx="357600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9" name="矩形 388">
              <a:extLst>
                <a:ext uri="{FF2B5EF4-FFF2-40B4-BE49-F238E27FC236}">
                  <a16:creationId xmlns:a16="http://schemas.microsoft.com/office/drawing/2014/main" id="{290DCA52-B33B-1242-1336-D3DE2E41DF43}"/>
                </a:ext>
              </a:extLst>
            </p:cNvPr>
            <p:cNvSpPr/>
            <p:nvPr/>
          </p:nvSpPr>
          <p:spPr>
            <a:xfrm>
              <a:off x="5598348" y="-15129286"/>
              <a:ext cx="4293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0" name="矩形 389">
              <a:extLst>
                <a:ext uri="{FF2B5EF4-FFF2-40B4-BE49-F238E27FC236}">
                  <a16:creationId xmlns:a16="http://schemas.microsoft.com/office/drawing/2014/main" id="{44E66065-3D09-EF36-016F-111C731971CC}"/>
                </a:ext>
              </a:extLst>
            </p:cNvPr>
            <p:cNvSpPr/>
            <p:nvPr/>
          </p:nvSpPr>
          <p:spPr>
            <a:xfrm>
              <a:off x="5925637" y="-15129286"/>
              <a:ext cx="147257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91" name="矩形 390">
              <a:extLst>
                <a:ext uri="{FF2B5EF4-FFF2-40B4-BE49-F238E27FC236}">
                  <a16:creationId xmlns:a16="http://schemas.microsoft.com/office/drawing/2014/main" id="{171FAF00-D29F-8000-CF6C-B0EA01DD234B}"/>
                </a:ext>
              </a:extLst>
            </p:cNvPr>
            <p:cNvSpPr/>
            <p:nvPr/>
          </p:nvSpPr>
          <p:spPr>
            <a:xfrm>
              <a:off x="6105390" y="-15129286"/>
              <a:ext cx="562111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2" name="矩形 391">
              <a:extLst>
                <a:ext uri="{FF2B5EF4-FFF2-40B4-BE49-F238E27FC236}">
                  <a16:creationId xmlns:a16="http://schemas.microsoft.com/office/drawing/2014/main" id="{F097957C-B164-21D1-D3FE-8C163246399D}"/>
                </a:ext>
              </a:extLst>
            </p:cNvPr>
            <p:cNvSpPr/>
            <p:nvPr/>
          </p:nvSpPr>
          <p:spPr>
            <a:xfrm>
              <a:off x="6699996" y="-15129286"/>
              <a:ext cx="487272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3" name="矩形 392">
              <a:extLst>
                <a:ext uri="{FF2B5EF4-FFF2-40B4-BE49-F238E27FC236}">
                  <a16:creationId xmlns:a16="http://schemas.microsoft.com/office/drawing/2014/main" id="{74668A7A-358A-2946-0F18-BDD520716641}"/>
                </a:ext>
              </a:extLst>
            </p:cNvPr>
            <p:cNvSpPr/>
            <p:nvPr/>
          </p:nvSpPr>
          <p:spPr>
            <a:xfrm>
              <a:off x="6009394" y="-15313352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4" name="矩形 393">
              <a:extLst>
                <a:ext uri="{FF2B5EF4-FFF2-40B4-BE49-F238E27FC236}">
                  <a16:creationId xmlns:a16="http://schemas.microsoft.com/office/drawing/2014/main" id="{8BB3C286-B787-C3D0-2E9E-95DCB13C8393}"/>
                </a:ext>
              </a:extLst>
            </p:cNvPr>
            <p:cNvSpPr/>
            <p:nvPr/>
          </p:nvSpPr>
          <p:spPr>
            <a:xfrm>
              <a:off x="6420440" y="-15313352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6" name="矩形 395">
              <a:extLst>
                <a:ext uri="{FF2B5EF4-FFF2-40B4-BE49-F238E27FC236}">
                  <a16:creationId xmlns:a16="http://schemas.microsoft.com/office/drawing/2014/main" id="{4C242FC4-E7B4-B888-99C3-2F51D8E6CFCC}"/>
                </a:ext>
              </a:extLst>
            </p:cNvPr>
            <p:cNvSpPr/>
            <p:nvPr/>
          </p:nvSpPr>
          <p:spPr>
            <a:xfrm>
              <a:off x="5520699" y="-14470187"/>
              <a:ext cx="1751640" cy="10041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7" name="矩形 396">
              <a:extLst>
                <a:ext uri="{FF2B5EF4-FFF2-40B4-BE49-F238E27FC236}">
                  <a16:creationId xmlns:a16="http://schemas.microsoft.com/office/drawing/2014/main" id="{C7CBC3D5-F435-8842-E66F-582E09427704}"/>
                </a:ext>
              </a:extLst>
            </p:cNvPr>
            <p:cNvSpPr/>
            <p:nvPr/>
          </p:nvSpPr>
          <p:spPr>
            <a:xfrm>
              <a:off x="5598348" y="-14391184"/>
              <a:ext cx="4293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8" name="矩形 397">
              <a:extLst>
                <a:ext uri="{FF2B5EF4-FFF2-40B4-BE49-F238E27FC236}">
                  <a16:creationId xmlns:a16="http://schemas.microsoft.com/office/drawing/2014/main" id="{105EBA5D-9471-AE70-AA42-3CA21C7F3BB1}"/>
                </a:ext>
              </a:extLst>
            </p:cNvPr>
            <p:cNvSpPr/>
            <p:nvPr/>
          </p:nvSpPr>
          <p:spPr>
            <a:xfrm>
              <a:off x="5925637" y="-14391184"/>
              <a:ext cx="147257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99" name="矩形 398">
              <a:extLst>
                <a:ext uri="{FF2B5EF4-FFF2-40B4-BE49-F238E27FC236}">
                  <a16:creationId xmlns:a16="http://schemas.microsoft.com/office/drawing/2014/main" id="{FE5FAD3A-478E-0B0A-EB81-E4746FF63281}"/>
                </a:ext>
              </a:extLst>
            </p:cNvPr>
            <p:cNvSpPr/>
            <p:nvPr/>
          </p:nvSpPr>
          <p:spPr>
            <a:xfrm>
              <a:off x="6105390" y="-14391184"/>
              <a:ext cx="562111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0" name="文字方塊 399">
              <a:extLst>
                <a:ext uri="{FF2B5EF4-FFF2-40B4-BE49-F238E27FC236}">
                  <a16:creationId xmlns:a16="http://schemas.microsoft.com/office/drawing/2014/main" id="{CCD6C40C-BA34-FCEB-1909-46FF8C1452E2}"/>
                </a:ext>
              </a:extLst>
            </p:cNvPr>
            <p:cNvSpPr txBox="1"/>
            <p:nvPr/>
          </p:nvSpPr>
          <p:spPr>
            <a:xfrm>
              <a:off x="4138939" y="-14507467"/>
              <a:ext cx="779381" cy="27699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stretch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401" name="矩形 400">
              <a:extLst>
                <a:ext uri="{FF2B5EF4-FFF2-40B4-BE49-F238E27FC236}">
                  <a16:creationId xmlns:a16="http://schemas.microsoft.com/office/drawing/2014/main" id="{A7963FEE-A768-4C63-ED55-B82B150B8136}"/>
                </a:ext>
              </a:extLst>
            </p:cNvPr>
            <p:cNvSpPr/>
            <p:nvPr/>
          </p:nvSpPr>
          <p:spPr>
            <a:xfrm>
              <a:off x="6699996" y="-14391184"/>
              <a:ext cx="487272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2" name="矩形 401">
              <a:extLst>
                <a:ext uri="{FF2B5EF4-FFF2-40B4-BE49-F238E27FC236}">
                  <a16:creationId xmlns:a16="http://schemas.microsoft.com/office/drawing/2014/main" id="{D0CDA2F6-9B4A-6950-792E-5953EF557059}"/>
                </a:ext>
              </a:extLst>
            </p:cNvPr>
            <p:cNvSpPr/>
            <p:nvPr/>
          </p:nvSpPr>
          <p:spPr>
            <a:xfrm>
              <a:off x="5598348" y="-14205519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3" name="矩形 402">
              <a:extLst>
                <a:ext uri="{FF2B5EF4-FFF2-40B4-BE49-F238E27FC236}">
                  <a16:creationId xmlns:a16="http://schemas.microsoft.com/office/drawing/2014/main" id="{97D72931-BEC8-4CEB-CDCD-C16D2610D5CC}"/>
                </a:ext>
              </a:extLst>
            </p:cNvPr>
            <p:cNvSpPr/>
            <p:nvPr/>
          </p:nvSpPr>
          <p:spPr>
            <a:xfrm>
              <a:off x="6831486" y="-14205519"/>
              <a:ext cx="357600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4" name="矩形 403">
              <a:extLst>
                <a:ext uri="{FF2B5EF4-FFF2-40B4-BE49-F238E27FC236}">
                  <a16:creationId xmlns:a16="http://schemas.microsoft.com/office/drawing/2014/main" id="{DB3C9128-B9E9-2418-2E52-BF4C28E2E647}"/>
                </a:ext>
              </a:extLst>
            </p:cNvPr>
            <p:cNvSpPr/>
            <p:nvPr/>
          </p:nvSpPr>
          <p:spPr>
            <a:xfrm>
              <a:off x="5598348" y="-14021453"/>
              <a:ext cx="4293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5" name="矩形 404">
              <a:extLst>
                <a:ext uri="{FF2B5EF4-FFF2-40B4-BE49-F238E27FC236}">
                  <a16:creationId xmlns:a16="http://schemas.microsoft.com/office/drawing/2014/main" id="{AF579669-B37E-6CCE-5E93-2D13DE36365F}"/>
                </a:ext>
              </a:extLst>
            </p:cNvPr>
            <p:cNvSpPr/>
            <p:nvPr/>
          </p:nvSpPr>
          <p:spPr>
            <a:xfrm>
              <a:off x="5925637" y="-14021453"/>
              <a:ext cx="147257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06" name="矩形 405">
              <a:extLst>
                <a:ext uri="{FF2B5EF4-FFF2-40B4-BE49-F238E27FC236}">
                  <a16:creationId xmlns:a16="http://schemas.microsoft.com/office/drawing/2014/main" id="{7857C99C-99BC-F337-941C-BA4C088D4EDC}"/>
                </a:ext>
              </a:extLst>
            </p:cNvPr>
            <p:cNvSpPr/>
            <p:nvPr/>
          </p:nvSpPr>
          <p:spPr>
            <a:xfrm>
              <a:off x="6105390" y="-14021453"/>
              <a:ext cx="562111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7" name="矩形 406">
              <a:extLst>
                <a:ext uri="{FF2B5EF4-FFF2-40B4-BE49-F238E27FC236}">
                  <a16:creationId xmlns:a16="http://schemas.microsoft.com/office/drawing/2014/main" id="{1F4B6F59-A417-8C4C-44FB-E13A79125605}"/>
                </a:ext>
              </a:extLst>
            </p:cNvPr>
            <p:cNvSpPr/>
            <p:nvPr/>
          </p:nvSpPr>
          <p:spPr>
            <a:xfrm>
              <a:off x="6699996" y="-14021453"/>
              <a:ext cx="487272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8" name="矩形 407">
              <a:extLst>
                <a:ext uri="{FF2B5EF4-FFF2-40B4-BE49-F238E27FC236}">
                  <a16:creationId xmlns:a16="http://schemas.microsoft.com/office/drawing/2014/main" id="{5804E117-611B-D25D-2F3D-3A76CB3510A3}"/>
                </a:ext>
              </a:extLst>
            </p:cNvPr>
            <p:cNvSpPr/>
            <p:nvPr/>
          </p:nvSpPr>
          <p:spPr>
            <a:xfrm>
              <a:off x="6009394" y="-14205519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9" name="矩形 408">
              <a:extLst>
                <a:ext uri="{FF2B5EF4-FFF2-40B4-BE49-F238E27FC236}">
                  <a16:creationId xmlns:a16="http://schemas.microsoft.com/office/drawing/2014/main" id="{8DE67199-653B-FB79-832F-C79B50E48220}"/>
                </a:ext>
              </a:extLst>
            </p:cNvPr>
            <p:cNvSpPr/>
            <p:nvPr/>
          </p:nvSpPr>
          <p:spPr>
            <a:xfrm>
              <a:off x="6420440" y="-14205519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1" name="矩形 410">
              <a:extLst>
                <a:ext uri="{FF2B5EF4-FFF2-40B4-BE49-F238E27FC236}">
                  <a16:creationId xmlns:a16="http://schemas.microsoft.com/office/drawing/2014/main" id="{B8E1D617-4C14-C1DC-CC4C-094BC6F62DF8}"/>
                </a:ext>
              </a:extLst>
            </p:cNvPr>
            <p:cNvSpPr/>
            <p:nvPr/>
          </p:nvSpPr>
          <p:spPr>
            <a:xfrm>
              <a:off x="8973939" y="-17790042"/>
              <a:ext cx="1751640" cy="10041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2" name="矩形 411">
              <a:extLst>
                <a:ext uri="{FF2B5EF4-FFF2-40B4-BE49-F238E27FC236}">
                  <a16:creationId xmlns:a16="http://schemas.microsoft.com/office/drawing/2014/main" id="{364B3F77-C22B-40D5-F98E-38DB3218AD7A}"/>
                </a:ext>
              </a:extLst>
            </p:cNvPr>
            <p:cNvSpPr/>
            <p:nvPr/>
          </p:nvSpPr>
          <p:spPr>
            <a:xfrm>
              <a:off x="9051588" y="-17711039"/>
              <a:ext cx="4293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3" name="矩形 412">
              <a:extLst>
                <a:ext uri="{FF2B5EF4-FFF2-40B4-BE49-F238E27FC236}">
                  <a16:creationId xmlns:a16="http://schemas.microsoft.com/office/drawing/2014/main" id="{A902E728-A721-FDE8-F2DE-3C246EE030FF}"/>
                </a:ext>
              </a:extLst>
            </p:cNvPr>
            <p:cNvSpPr/>
            <p:nvPr/>
          </p:nvSpPr>
          <p:spPr>
            <a:xfrm>
              <a:off x="9378877" y="-17711039"/>
              <a:ext cx="147257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14" name="矩形 413">
              <a:extLst>
                <a:ext uri="{FF2B5EF4-FFF2-40B4-BE49-F238E27FC236}">
                  <a16:creationId xmlns:a16="http://schemas.microsoft.com/office/drawing/2014/main" id="{B39C4774-82BD-330D-F93A-DB2ACE13A006}"/>
                </a:ext>
              </a:extLst>
            </p:cNvPr>
            <p:cNvSpPr/>
            <p:nvPr/>
          </p:nvSpPr>
          <p:spPr>
            <a:xfrm>
              <a:off x="9558630" y="-17711039"/>
              <a:ext cx="562111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5" name="文字方塊 414">
              <a:extLst>
                <a:ext uri="{FF2B5EF4-FFF2-40B4-BE49-F238E27FC236}">
                  <a16:creationId xmlns:a16="http://schemas.microsoft.com/office/drawing/2014/main" id="{63A39C0B-4683-F6D8-3EB6-42BCB46DDF6F}"/>
                </a:ext>
              </a:extLst>
            </p:cNvPr>
            <p:cNvSpPr txBox="1"/>
            <p:nvPr/>
          </p:nvSpPr>
          <p:spPr>
            <a:xfrm>
              <a:off x="7592179" y="-17827322"/>
              <a:ext cx="1289135" cy="27699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space-between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416" name="矩形 415">
              <a:extLst>
                <a:ext uri="{FF2B5EF4-FFF2-40B4-BE49-F238E27FC236}">
                  <a16:creationId xmlns:a16="http://schemas.microsoft.com/office/drawing/2014/main" id="{86EEF843-3527-D8D2-2C12-685EC53A50E6}"/>
                </a:ext>
              </a:extLst>
            </p:cNvPr>
            <p:cNvSpPr/>
            <p:nvPr/>
          </p:nvSpPr>
          <p:spPr>
            <a:xfrm>
              <a:off x="10153236" y="-17711039"/>
              <a:ext cx="487272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7" name="矩形 416">
              <a:extLst>
                <a:ext uri="{FF2B5EF4-FFF2-40B4-BE49-F238E27FC236}">
                  <a16:creationId xmlns:a16="http://schemas.microsoft.com/office/drawing/2014/main" id="{03CACF6C-26D1-E223-7A61-81A9E3591C49}"/>
                </a:ext>
              </a:extLst>
            </p:cNvPr>
            <p:cNvSpPr/>
            <p:nvPr/>
          </p:nvSpPr>
          <p:spPr>
            <a:xfrm>
              <a:off x="9051588" y="-17525374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8" name="矩形 417">
              <a:extLst>
                <a:ext uri="{FF2B5EF4-FFF2-40B4-BE49-F238E27FC236}">
                  <a16:creationId xmlns:a16="http://schemas.microsoft.com/office/drawing/2014/main" id="{9F3B20CD-5807-FCA8-2690-5F8EB6E4274D}"/>
                </a:ext>
              </a:extLst>
            </p:cNvPr>
            <p:cNvSpPr/>
            <p:nvPr/>
          </p:nvSpPr>
          <p:spPr>
            <a:xfrm>
              <a:off x="10284726" y="-17525374"/>
              <a:ext cx="357600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9" name="矩形 418">
              <a:extLst>
                <a:ext uri="{FF2B5EF4-FFF2-40B4-BE49-F238E27FC236}">
                  <a16:creationId xmlns:a16="http://schemas.microsoft.com/office/drawing/2014/main" id="{506627D5-31CD-71C9-597F-95889DD1D122}"/>
                </a:ext>
              </a:extLst>
            </p:cNvPr>
            <p:cNvSpPr/>
            <p:nvPr/>
          </p:nvSpPr>
          <p:spPr>
            <a:xfrm>
              <a:off x="9051588" y="-17341308"/>
              <a:ext cx="4293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0" name="矩形 419">
              <a:extLst>
                <a:ext uri="{FF2B5EF4-FFF2-40B4-BE49-F238E27FC236}">
                  <a16:creationId xmlns:a16="http://schemas.microsoft.com/office/drawing/2014/main" id="{4E5B968F-81F3-36B9-7F17-EBAF3F3BC50C}"/>
                </a:ext>
              </a:extLst>
            </p:cNvPr>
            <p:cNvSpPr/>
            <p:nvPr/>
          </p:nvSpPr>
          <p:spPr>
            <a:xfrm>
              <a:off x="9378877" y="-17341308"/>
              <a:ext cx="147257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21" name="矩形 420">
              <a:extLst>
                <a:ext uri="{FF2B5EF4-FFF2-40B4-BE49-F238E27FC236}">
                  <a16:creationId xmlns:a16="http://schemas.microsoft.com/office/drawing/2014/main" id="{B5E57853-ADD5-CCD7-506A-C7AC6D8D68A4}"/>
                </a:ext>
              </a:extLst>
            </p:cNvPr>
            <p:cNvSpPr/>
            <p:nvPr/>
          </p:nvSpPr>
          <p:spPr>
            <a:xfrm>
              <a:off x="9558630" y="-17341308"/>
              <a:ext cx="562111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2" name="矩形 421">
              <a:extLst>
                <a:ext uri="{FF2B5EF4-FFF2-40B4-BE49-F238E27FC236}">
                  <a16:creationId xmlns:a16="http://schemas.microsoft.com/office/drawing/2014/main" id="{F60822B2-17E3-9393-70BC-334DD01ABBDC}"/>
                </a:ext>
              </a:extLst>
            </p:cNvPr>
            <p:cNvSpPr/>
            <p:nvPr/>
          </p:nvSpPr>
          <p:spPr>
            <a:xfrm>
              <a:off x="10153236" y="-17341308"/>
              <a:ext cx="487272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3" name="矩形 422">
              <a:extLst>
                <a:ext uri="{FF2B5EF4-FFF2-40B4-BE49-F238E27FC236}">
                  <a16:creationId xmlns:a16="http://schemas.microsoft.com/office/drawing/2014/main" id="{F68C519C-A9DB-B613-F85F-574770BC0CB5}"/>
                </a:ext>
              </a:extLst>
            </p:cNvPr>
            <p:cNvSpPr/>
            <p:nvPr/>
          </p:nvSpPr>
          <p:spPr>
            <a:xfrm>
              <a:off x="9462634" y="-17525374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4" name="矩形 423">
              <a:extLst>
                <a:ext uri="{FF2B5EF4-FFF2-40B4-BE49-F238E27FC236}">
                  <a16:creationId xmlns:a16="http://schemas.microsoft.com/office/drawing/2014/main" id="{2EEBE23D-C7CA-8DA4-D0CD-B3552702F172}"/>
                </a:ext>
              </a:extLst>
            </p:cNvPr>
            <p:cNvSpPr/>
            <p:nvPr/>
          </p:nvSpPr>
          <p:spPr>
            <a:xfrm>
              <a:off x="9873680" y="-17525374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6" name="矩形 425">
              <a:extLst>
                <a:ext uri="{FF2B5EF4-FFF2-40B4-BE49-F238E27FC236}">
                  <a16:creationId xmlns:a16="http://schemas.microsoft.com/office/drawing/2014/main" id="{5CC2C0C0-26DE-F817-1FF8-B3B165030305}"/>
                </a:ext>
              </a:extLst>
            </p:cNvPr>
            <p:cNvSpPr/>
            <p:nvPr/>
          </p:nvSpPr>
          <p:spPr>
            <a:xfrm>
              <a:off x="8973939" y="-16682209"/>
              <a:ext cx="1751640" cy="10041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7" name="矩形 426">
              <a:extLst>
                <a:ext uri="{FF2B5EF4-FFF2-40B4-BE49-F238E27FC236}">
                  <a16:creationId xmlns:a16="http://schemas.microsoft.com/office/drawing/2014/main" id="{BE665C5F-D4AF-8A23-C479-D459CC0D833F}"/>
                </a:ext>
              </a:extLst>
            </p:cNvPr>
            <p:cNvSpPr/>
            <p:nvPr/>
          </p:nvSpPr>
          <p:spPr>
            <a:xfrm>
              <a:off x="9051588" y="-16603206"/>
              <a:ext cx="4293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8" name="矩形 427">
              <a:extLst>
                <a:ext uri="{FF2B5EF4-FFF2-40B4-BE49-F238E27FC236}">
                  <a16:creationId xmlns:a16="http://schemas.microsoft.com/office/drawing/2014/main" id="{AC5594B9-AF90-01E3-A647-8ADC686F7473}"/>
                </a:ext>
              </a:extLst>
            </p:cNvPr>
            <p:cNvSpPr/>
            <p:nvPr/>
          </p:nvSpPr>
          <p:spPr>
            <a:xfrm>
              <a:off x="9378877" y="-16603206"/>
              <a:ext cx="147257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29" name="矩形 428">
              <a:extLst>
                <a:ext uri="{FF2B5EF4-FFF2-40B4-BE49-F238E27FC236}">
                  <a16:creationId xmlns:a16="http://schemas.microsoft.com/office/drawing/2014/main" id="{DF1D7E24-246A-F015-C6E4-B040971F397B}"/>
                </a:ext>
              </a:extLst>
            </p:cNvPr>
            <p:cNvSpPr/>
            <p:nvPr/>
          </p:nvSpPr>
          <p:spPr>
            <a:xfrm>
              <a:off x="9558630" y="-16603206"/>
              <a:ext cx="562111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0" name="文字方塊 429">
              <a:extLst>
                <a:ext uri="{FF2B5EF4-FFF2-40B4-BE49-F238E27FC236}">
                  <a16:creationId xmlns:a16="http://schemas.microsoft.com/office/drawing/2014/main" id="{D3E46927-6F2A-3C5D-F127-448931B91629}"/>
                </a:ext>
              </a:extLst>
            </p:cNvPr>
            <p:cNvSpPr txBox="1"/>
            <p:nvPr/>
          </p:nvSpPr>
          <p:spPr>
            <a:xfrm>
              <a:off x="7592179" y="-16719489"/>
              <a:ext cx="1204176" cy="27699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space-around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431" name="矩形 430">
              <a:extLst>
                <a:ext uri="{FF2B5EF4-FFF2-40B4-BE49-F238E27FC236}">
                  <a16:creationId xmlns:a16="http://schemas.microsoft.com/office/drawing/2014/main" id="{E6416EB0-9FEF-B95B-FD51-FE4DD6755EBB}"/>
                </a:ext>
              </a:extLst>
            </p:cNvPr>
            <p:cNvSpPr/>
            <p:nvPr/>
          </p:nvSpPr>
          <p:spPr>
            <a:xfrm>
              <a:off x="10153236" y="-16603206"/>
              <a:ext cx="487272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2" name="矩形 431">
              <a:extLst>
                <a:ext uri="{FF2B5EF4-FFF2-40B4-BE49-F238E27FC236}">
                  <a16:creationId xmlns:a16="http://schemas.microsoft.com/office/drawing/2014/main" id="{AB9CDE19-71A9-7A20-A887-6866E683A94E}"/>
                </a:ext>
              </a:extLst>
            </p:cNvPr>
            <p:cNvSpPr/>
            <p:nvPr/>
          </p:nvSpPr>
          <p:spPr>
            <a:xfrm>
              <a:off x="9051588" y="-16417541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3" name="矩形 432">
              <a:extLst>
                <a:ext uri="{FF2B5EF4-FFF2-40B4-BE49-F238E27FC236}">
                  <a16:creationId xmlns:a16="http://schemas.microsoft.com/office/drawing/2014/main" id="{3A0B9EA2-DE2D-C994-9746-00A6A1AA297A}"/>
                </a:ext>
              </a:extLst>
            </p:cNvPr>
            <p:cNvSpPr/>
            <p:nvPr/>
          </p:nvSpPr>
          <p:spPr>
            <a:xfrm>
              <a:off x="10284726" y="-16417541"/>
              <a:ext cx="357600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4" name="矩形 433">
              <a:extLst>
                <a:ext uri="{FF2B5EF4-FFF2-40B4-BE49-F238E27FC236}">
                  <a16:creationId xmlns:a16="http://schemas.microsoft.com/office/drawing/2014/main" id="{027C4146-B2D6-F168-4288-7291B1F511C6}"/>
                </a:ext>
              </a:extLst>
            </p:cNvPr>
            <p:cNvSpPr/>
            <p:nvPr/>
          </p:nvSpPr>
          <p:spPr>
            <a:xfrm>
              <a:off x="9051588" y="-16233475"/>
              <a:ext cx="4293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5" name="矩形 434">
              <a:extLst>
                <a:ext uri="{FF2B5EF4-FFF2-40B4-BE49-F238E27FC236}">
                  <a16:creationId xmlns:a16="http://schemas.microsoft.com/office/drawing/2014/main" id="{1C5F5EDF-E2BE-A3D4-B191-7101A1D644CE}"/>
                </a:ext>
              </a:extLst>
            </p:cNvPr>
            <p:cNvSpPr/>
            <p:nvPr/>
          </p:nvSpPr>
          <p:spPr>
            <a:xfrm>
              <a:off x="9378877" y="-16233475"/>
              <a:ext cx="147257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36" name="矩形 435">
              <a:extLst>
                <a:ext uri="{FF2B5EF4-FFF2-40B4-BE49-F238E27FC236}">
                  <a16:creationId xmlns:a16="http://schemas.microsoft.com/office/drawing/2014/main" id="{54E01FEB-31FC-D2E4-F6B2-28260777E3E0}"/>
                </a:ext>
              </a:extLst>
            </p:cNvPr>
            <p:cNvSpPr/>
            <p:nvPr/>
          </p:nvSpPr>
          <p:spPr>
            <a:xfrm>
              <a:off x="9558630" y="-16233475"/>
              <a:ext cx="562111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7" name="矩形 436">
              <a:extLst>
                <a:ext uri="{FF2B5EF4-FFF2-40B4-BE49-F238E27FC236}">
                  <a16:creationId xmlns:a16="http://schemas.microsoft.com/office/drawing/2014/main" id="{B38963AE-01FE-E5CD-A883-9FFBEFE7F238}"/>
                </a:ext>
              </a:extLst>
            </p:cNvPr>
            <p:cNvSpPr/>
            <p:nvPr/>
          </p:nvSpPr>
          <p:spPr>
            <a:xfrm>
              <a:off x="10153236" y="-16233475"/>
              <a:ext cx="487272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8" name="矩形 437">
              <a:extLst>
                <a:ext uri="{FF2B5EF4-FFF2-40B4-BE49-F238E27FC236}">
                  <a16:creationId xmlns:a16="http://schemas.microsoft.com/office/drawing/2014/main" id="{CD89AD3E-CB36-D65D-EA2C-B9F9A75859B5}"/>
                </a:ext>
              </a:extLst>
            </p:cNvPr>
            <p:cNvSpPr/>
            <p:nvPr/>
          </p:nvSpPr>
          <p:spPr>
            <a:xfrm>
              <a:off x="9462634" y="-16417541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9" name="矩形 438">
              <a:extLst>
                <a:ext uri="{FF2B5EF4-FFF2-40B4-BE49-F238E27FC236}">
                  <a16:creationId xmlns:a16="http://schemas.microsoft.com/office/drawing/2014/main" id="{6BA74959-30F2-2A67-2FA6-168BF96FA9CE}"/>
                </a:ext>
              </a:extLst>
            </p:cNvPr>
            <p:cNvSpPr/>
            <p:nvPr/>
          </p:nvSpPr>
          <p:spPr>
            <a:xfrm>
              <a:off x="9873680" y="-16417541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1" name="矩形 440">
              <a:extLst>
                <a:ext uri="{FF2B5EF4-FFF2-40B4-BE49-F238E27FC236}">
                  <a16:creationId xmlns:a16="http://schemas.microsoft.com/office/drawing/2014/main" id="{B9CF4BA0-CF9D-51E6-1E3B-27E60E4720D5}"/>
                </a:ext>
              </a:extLst>
            </p:cNvPr>
            <p:cNvSpPr/>
            <p:nvPr/>
          </p:nvSpPr>
          <p:spPr>
            <a:xfrm>
              <a:off x="8973939" y="-15578020"/>
              <a:ext cx="1751640" cy="10041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2" name="矩形 441">
              <a:extLst>
                <a:ext uri="{FF2B5EF4-FFF2-40B4-BE49-F238E27FC236}">
                  <a16:creationId xmlns:a16="http://schemas.microsoft.com/office/drawing/2014/main" id="{581047CA-75AC-CA3E-507B-A2E7301B6756}"/>
                </a:ext>
              </a:extLst>
            </p:cNvPr>
            <p:cNvSpPr/>
            <p:nvPr/>
          </p:nvSpPr>
          <p:spPr>
            <a:xfrm>
              <a:off x="9051588" y="-15499017"/>
              <a:ext cx="4293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3" name="矩形 442">
              <a:extLst>
                <a:ext uri="{FF2B5EF4-FFF2-40B4-BE49-F238E27FC236}">
                  <a16:creationId xmlns:a16="http://schemas.microsoft.com/office/drawing/2014/main" id="{547DE16E-EE03-442F-409A-FD1CFA9517D6}"/>
                </a:ext>
              </a:extLst>
            </p:cNvPr>
            <p:cNvSpPr/>
            <p:nvPr/>
          </p:nvSpPr>
          <p:spPr>
            <a:xfrm>
              <a:off x="9378877" y="-15499017"/>
              <a:ext cx="147257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44" name="矩形 443">
              <a:extLst>
                <a:ext uri="{FF2B5EF4-FFF2-40B4-BE49-F238E27FC236}">
                  <a16:creationId xmlns:a16="http://schemas.microsoft.com/office/drawing/2014/main" id="{DFE38416-03AB-335F-0F0E-4C139E6BD532}"/>
                </a:ext>
              </a:extLst>
            </p:cNvPr>
            <p:cNvSpPr/>
            <p:nvPr/>
          </p:nvSpPr>
          <p:spPr>
            <a:xfrm>
              <a:off x="9558630" y="-15499017"/>
              <a:ext cx="562111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5" name="文字方塊 444">
              <a:extLst>
                <a:ext uri="{FF2B5EF4-FFF2-40B4-BE49-F238E27FC236}">
                  <a16:creationId xmlns:a16="http://schemas.microsoft.com/office/drawing/2014/main" id="{8F6AC9AC-C668-5DBF-4348-1E6B0CD6FC40}"/>
                </a:ext>
              </a:extLst>
            </p:cNvPr>
            <p:cNvSpPr txBox="1"/>
            <p:nvPr/>
          </p:nvSpPr>
          <p:spPr>
            <a:xfrm>
              <a:off x="7592179" y="-15615300"/>
              <a:ext cx="1204176" cy="27699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space-evenly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446" name="矩形 445">
              <a:extLst>
                <a:ext uri="{FF2B5EF4-FFF2-40B4-BE49-F238E27FC236}">
                  <a16:creationId xmlns:a16="http://schemas.microsoft.com/office/drawing/2014/main" id="{53990F8E-9BD7-5EA6-8DA0-B800ADA04567}"/>
                </a:ext>
              </a:extLst>
            </p:cNvPr>
            <p:cNvSpPr/>
            <p:nvPr/>
          </p:nvSpPr>
          <p:spPr>
            <a:xfrm>
              <a:off x="10153236" y="-15499017"/>
              <a:ext cx="487272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7" name="矩形 446">
              <a:extLst>
                <a:ext uri="{FF2B5EF4-FFF2-40B4-BE49-F238E27FC236}">
                  <a16:creationId xmlns:a16="http://schemas.microsoft.com/office/drawing/2014/main" id="{407FF629-5F7E-D502-245D-D51BEDF27950}"/>
                </a:ext>
              </a:extLst>
            </p:cNvPr>
            <p:cNvSpPr/>
            <p:nvPr/>
          </p:nvSpPr>
          <p:spPr>
            <a:xfrm>
              <a:off x="9051588" y="-15313352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8" name="矩形 447">
              <a:extLst>
                <a:ext uri="{FF2B5EF4-FFF2-40B4-BE49-F238E27FC236}">
                  <a16:creationId xmlns:a16="http://schemas.microsoft.com/office/drawing/2014/main" id="{CF626A43-3266-DD4E-A926-39B0DC2B9EB8}"/>
                </a:ext>
              </a:extLst>
            </p:cNvPr>
            <p:cNvSpPr/>
            <p:nvPr/>
          </p:nvSpPr>
          <p:spPr>
            <a:xfrm>
              <a:off x="10284726" y="-15313352"/>
              <a:ext cx="357600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9" name="矩形 448">
              <a:extLst>
                <a:ext uri="{FF2B5EF4-FFF2-40B4-BE49-F238E27FC236}">
                  <a16:creationId xmlns:a16="http://schemas.microsoft.com/office/drawing/2014/main" id="{F166E93C-13F3-3EE1-F216-DFD524DC6609}"/>
                </a:ext>
              </a:extLst>
            </p:cNvPr>
            <p:cNvSpPr/>
            <p:nvPr/>
          </p:nvSpPr>
          <p:spPr>
            <a:xfrm>
              <a:off x="9051588" y="-15129286"/>
              <a:ext cx="4293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0" name="矩形 449">
              <a:extLst>
                <a:ext uri="{FF2B5EF4-FFF2-40B4-BE49-F238E27FC236}">
                  <a16:creationId xmlns:a16="http://schemas.microsoft.com/office/drawing/2014/main" id="{34E146F2-703F-6A48-A5CF-D104EBC028EC}"/>
                </a:ext>
              </a:extLst>
            </p:cNvPr>
            <p:cNvSpPr/>
            <p:nvPr/>
          </p:nvSpPr>
          <p:spPr>
            <a:xfrm>
              <a:off x="9378877" y="-15129286"/>
              <a:ext cx="147257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51" name="矩形 450">
              <a:extLst>
                <a:ext uri="{FF2B5EF4-FFF2-40B4-BE49-F238E27FC236}">
                  <a16:creationId xmlns:a16="http://schemas.microsoft.com/office/drawing/2014/main" id="{67229E03-4575-9D4F-5EEA-C670B040D8C2}"/>
                </a:ext>
              </a:extLst>
            </p:cNvPr>
            <p:cNvSpPr/>
            <p:nvPr/>
          </p:nvSpPr>
          <p:spPr>
            <a:xfrm>
              <a:off x="9558630" y="-15129286"/>
              <a:ext cx="562111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2" name="矩形 451">
              <a:extLst>
                <a:ext uri="{FF2B5EF4-FFF2-40B4-BE49-F238E27FC236}">
                  <a16:creationId xmlns:a16="http://schemas.microsoft.com/office/drawing/2014/main" id="{9216EEBD-76D7-983A-6EEE-C4117D4C6614}"/>
                </a:ext>
              </a:extLst>
            </p:cNvPr>
            <p:cNvSpPr/>
            <p:nvPr/>
          </p:nvSpPr>
          <p:spPr>
            <a:xfrm>
              <a:off x="10153236" y="-15129286"/>
              <a:ext cx="487272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3" name="矩形 452">
              <a:extLst>
                <a:ext uri="{FF2B5EF4-FFF2-40B4-BE49-F238E27FC236}">
                  <a16:creationId xmlns:a16="http://schemas.microsoft.com/office/drawing/2014/main" id="{58AB1355-36E6-0E15-6D6C-87387EC844B6}"/>
                </a:ext>
              </a:extLst>
            </p:cNvPr>
            <p:cNvSpPr/>
            <p:nvPr/>
          </p:nvSpPr>
          <p:spPr>
            <a:xfrm>
              <a:off x="9462634" y="-15313352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4" name="矩形 453">
              <a:extLst>
                <a:ext uri="{FF2B5EF4-FFF2-40B4-BE49-F238E27FC236}">
                  <a16:creationId xmlns:a16="http://schemas.microsoft.com/office/drawing/2014/main" id="{E4273AD4-13AF-E19E-EC88-9D396F9DA465}"/>
                </a:ext>
              </a:extLst>
            </p:cNvPr>
            <p:cNvSpPr/>
            <p:nvPr/>
          </p:nvSpPr>
          <p:spPr>
            <a:xfrm>
              <a:off x="9873680" y="-15313352"/>
              <a:ext cx="365893" cy="140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467" name="群組 466">
              <a:extLst>
                <a:ext uri="{FF2B5EF4-FFF2-40B4-BE49-F238E27FC236}">
                  <a16:creationId xmlns:a16="http://schemas.microsoft.com/office/drawing/2014/main" id="{D2E790F3-23F1-712B-0AE0-B970F20D3AF8}"/>
                </a:ext>
              </a:extLst>
            </p:cNvPr>
            <p:cNvGrpSpPr/>
            <p:nvPr/>
          </p:nvGrpSpPr>
          <p:grpSpPr>
            <a:xfrm>
              <a:off x="1720483" y="-13025843"/>
              <a:ext cx="9000000" cy="462573"/>
              <a:chOff x="1720482" y="548022"/>
              <a:chExt cx="9000000" cy="462573"/>
            </a:xfrm>
          </p:grpSpPr>
          <p:cxnSp>
            <p:nvCxnSpPr>
              <p:cNvPr id="468" name="直線接點 467">
                <a:extLst>
                  <a:ext uri="{FF2B5EF4-FFF2-40B4-BE49-F238E27FC236}">
                    <a16:creationId xmlns:a16="http://schemas.microsoft.com/office/drawing/2014/main" id="{8417B32E-439A-B3F1-0F12-634E613C84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9" name="文字方塊 468">
                <a:extLst>
                  <a:ext uri="{FF2B5EF4-FFF2-40B4-BE49-F238E27FC236}">
                    <a16:creationId xmlns:a16="http://schemas.microsoft.com/office/drawing/2014/main" id="{6487B3AA-5324-A0A0-A78D-7B2E2EC290A9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1289135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place-content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70" name="群組 469">
              <a:extLst>
                <a:ext uri="{FF2B5EF4-FFF2-40B4-BE49-F238E27FC236}">
                  <a16:creationId xmlns:a16="http://schemas.microsoft.com/office/drawing/2014/main" id="{91DF5821-B29E-14C7-94FC-3F5983192976}"/>
                </a:ext>
              </a:extLst>
            </p:cNvPr>
            <p:cNvGrpSpPr/>
            <p:nvPr/>
          </p:nvGrpSpPr>
          <p:grpSpPr>
            <a:xfrm>
              <a:off x="1720483" y="-12374931"/>
              <a:ext cx="9000000" cy="462573"/>
              <a:chOff x="1720482" y="548022"/>
              <a:chExt cx="9000000" cy="462573"/>
            </a:xfrm>
          </p:grpSpPr>
          <p:cxnSp>
            <p:nvCxnSpPr>
              <p:cNvPr id="471" name="直線接點 470">
                <a:extLst>
                  <a:ext uri="{FF2B5EF4-FFF2-40B4-BE49-F238E27FC236}">
                    <a16:creationId xmlns:a16="http://schemas.microsoft.com/office/drawing/2014/main" id="{3C51E112-B424-1C51-BBE4-2D4EFEE899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2" name="文字方塊 471">
                <a:extLst>
                  <a:ext uri="{FF2B5EF4-FFF2-40B4-BE49-F238E27FC236}">
                    <a16:creationId xmlns:a16="http://schemas.microsoft.com/office/drawing/2014/main" id="{4D8B8D88-4C66-96AC-18E2-4A47C97378DA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1119217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align-items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73" name="群組 472">
              <a:extLst>
                <a:ext uri="{FF2B5EF4-FFF2-40B4-BE49-F238E27FC236}">
                  <a16:creationId xmlns:a16="http://schemas.microsoft.com/office/drawing/2014/main" id="{9148E2B3-C9E2-EF72-E5E7-99009974FE8C}"/>
                </a:ext>
              </a:extLst>
            </p:cNvPr>
            <p:cNvGrpSpPr/>
            <p:nvPr/>
          </p:nvGrpSpPr>
          <p:grpSpPr>
            <a:xfrm>
              <a:off x="1720483" y="-8714237"/>
              <a:ext cx="9000000" cy="462573"/>
              <a:chOff x="1720482" y="548022"/>
              <a:chExt cx="9000000" cy="462573"/>
            </a:xfrm>
          </p:grpSpPr>
          <p:cxnSp>
            <p:nvCxnSpPr>
              <p:cNvPr id="474" name="直線接點 473">
                <a:extLst>
                  <a:ext uri="{FF2B5EF4-FFF2-40B4-BE49-F238E27FC236}">
                    <a16:creationId xmlns:a16="http://schemas.microsoft.com/office/drawing/2014/main" id="{B3BAB317-3778-CBB9-0A18-6A906CCBBC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5" name="文字方塊 474">
                <a:extLst>
                  <a:ext uri="{FF2B5EF4-FFF2-40B4-BE49-F238E27FC236}">
                    <a16:creationId xmlns:a16="http://schemas.microsoft.com/office/drawing/2014/main" id="{1E8F4462-4582-1C29-7E97-8AE475089E02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1119217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place-items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480" name="矩形 479">
              <a:extLst>
                <a:ext uri="{FF2B5EF4-FFF2-40B4-BE49-F238E27FC236}">
                  <a16:creationId xmlns:a16="http://schemas.microsoft.com/office/drawing/2014/main" id="{DF1DDB11-A21F-F778-05A9-16EAB3EC840E}"/>
                </a:ext>
              </a:extLst>
            </p:cNvPr>
            <p:cNvSpPr/>
            <p:nvPr/>
          </p:nvSpPr>
          <p:spPr>
            <a:xfrm>
              <a:off x="5520699" y="-12182326"/>
              <a:ext cx="1431806" cy="8196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1" name="矩形 480">
              <a:extLst>
                <a:ext uri="{FF2B5EF4-FFF2-40B4-BE49-F238E27FC236}">
                  <a16:creationId xmlns:a16="http://schemas.microsoft.com/office/drawing/2014/main" id="{D992085C-18AD-0EA3-209E-FDBFE04F3488}"/>
                </a:ext>
              </a:extLst>
            </p:cNvPr>
            <p:cNvSpPr/>
            <p:nvPr/>
          </p:nvSpPr>
          <p:spPr>
            <a:xfrm>
              <a:off x="5598349" y="-12103323"/>
              <a:ext cx="281890" cy="48496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2" name="矩形 481">
              <a:extLst>
                <a:ext uri="{FF2B5EF4-FFF2-40B4-BE49-F238E27FC236}">
                  <a16:creationId xmlns:a16="http://schemas.microsoft.com/office/drawing/2014/main" id="{F011FA29-0DAA-1569-222C-77B08DF91550}"/>
                </a:ext>
              </a:extLst>
            </p:cNvPr>
            <p:cNvSpPr/>
            <p:nvPr/>
          </p:nvSpPr>
          <p:spPr>
            <a:xfrm>
              <a:off x="5925637" y="-12103323"/>
              <a:ext cx="281890" cy="23652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3" name="矩形 482">
              <a:extLst>
                <a:ext uri="{FF2B5EF4-FFF2-40B4-BE49-F238E27FC236}">
                  <a16:creationId xmlns:a16="http://schemas.microsoft.com/office/drawing/2014/main" id="{5608BAA2-8557-E7F6-792E-F873E5A20AF8}"/>
                </a:ext>
              </a:extLst>
            </p:cNvPr>
            <p:cNvSpPr/>
            <p:nvPr/>
          </p:nvSpPr>
          <p:spPr>
            <a:xfrm>
              <a:off x="6252895" y="-12103323"/>
              <a:ext cx="281890" cy="6690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4" name="矩形 483">
              <a:extLst>
                <a:ext uri="{FF2B5EF4-FFF2-40B4-BE49-F238E27FC236}">
                  <a16:creationId xmlns:a16="http://schemas.microsoft.com/office/drawing/2014/main" id="{1715149F-A1AD-5EE5-0DC1-AA9EDBB6E9F7}"/>
                </a:ext>
              </a:extLst>
            </p:cNvPr>
            <p:cNvSpPr/>
            <p:nvPr/>
          </p:nvSpPr>
          <p:spPr>
            <a:xfrm>
              <a:off x="6584915" y="-12103323"/>
              <a:ext cx="281890" cy="33733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5" name="文字方塊 484">
              <a:extLst>
                <a:ext uri="{FF2B5EF4-FFF2-40B4-BE49-F238E27FC236}">
                  <a16:creationId xmlns:a16="http://schemas.microsoft.com/office/drawing/2014/main" id="{03DAD6C4-B7CB-83A5-3531-D0AC332E83F1}"/>
                </a:ext>
              </a:extLst>
            </p:cNvPr>
            <p:cNvSpPr txBox="1"/>
            <p:nvPr/>
          </p:nvSpPr>
          <p:spPr>
            <a:xfrm>
              <a:off x="4138939" y="-12189967"/>
              <a:ext cx="1034257" cy="64633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flex-start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start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self-start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486" name="文字方塊 485">
              <a:extLst>
                <a:ext uri="{FF2B5EF4-FFF2-40B4-BE49-F238E27FC236}">
                  <a16:creationId xmlns:a16="http://schemas.microsoft.com/office/drawing/2014/main" id="{D4955754-DC51-4A68-D3C8-1603E1E0651A}"/>
                </a:ext>
              </a:extLst>
            </p:cNvPr>
            <p:cNvSpPr txBox="1"/>
            <p:nvPr/>
          </p:nvSpPr>
          <p:spPr>
            <a:xfrm>
              <a:off x="4138939" y="-11177452"/>
              <a:ext cx="864339" cy="64633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flex-end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end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self-end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487" name="矩形 486">
              <a:extLst>
                <a:ext uri="{FF2B5EF4-FFF2-40B4-BE49-F238E27FC236}">
                  <a16:creationId xmlns:a16="http://schemas.microsoft.com/office/drawing/2014/main" id="{694DE648-A1C0-C292-1EA5-60A5F4ED8818}"/>
                </a:ext>
              </a:extLst>
            </p:cNvPr>
            <p:cNvSpPr/>
            <p:nvPr/>
          </p:nvSpPr>
          <p:spPr>
            <a:xfrm>
              <a:off x="5520699" y="-11182547"/>
              <a:ext cx="1431806" cy="8196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8" name="矩形 487">
              <a:extLst>
                <a:ext uri="{FF2B5EF4-FFF2-40B4-BE49-F238E27FC236}">
                  <a16:creationId xmlns:a16="http://schemas.microsoft.com/office/drawing/2014/main" id="{ADDC5DBA-86D1-7BDF-EB6D-5C67A0DD563B}"/>
                </a:ext>
              </a:extLst>
            </p:cNvPr>
            <p:cNvSpPr/>
            <p:nvPr/>
          </p:nvSpPr>
          <p:spPr>
            <a:xfrm>
              <a:off x="5598349" y="-10919478"/>
              <a:ext cx="281890" cy="48496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9" name="矩形 488">
              <a:extLst>
                <a:ext uri="{FF2B5EF4-FFF2-40B4-BE49-F238E27FC236}">
                  <a16:creationId xmlns:a16="http://schemas.microsoft.com/office/drawing/2014/main" id="{36C01D5C-5602-B339-24DE-377B1F87BC58}"/>
                </a:ext>
              </a:extLst>
            </p:cNvPr>
            <p:cNvSpPr/>
            <p:nvPr/>
          </p:nvSpPr>
          <p:spPr>
            <a:xfrm>
              <a:off x="5925637" y="-10671034"/>
              <a:ext cx="281890" cy="23652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90" name="矩形 489">
              <a:extLst>
                <a:ext uri="{FF2B5EF4-FFF2-40B4-BE49-F238E27FC236}">
                  <a16:creationId xmlns:a16="http://schemas.microsoft.com/office/drawing/2014/main" id="{A0E04B40-B9D9-B259-1084-4151728FF867}"/>
                </a:ext>
              </a:extLst>
            </p:cNvPr>
            <p:cNvSpPr/>
            <p:nvPr/>
          </p:nvSpPr>
          <p:spPr>
            <a:xfrm>
              <a:off x="6252895" y="-11103544"/>
              <a:ext cx="281890" cy="6690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91" name="矩形 490">
              <a:extLst>
                <a:ext uri="{FF2B5EF4-FFF2-40B4-BE49-F238E27FC236}">
                  <a16:creationId xmlns:a16="http://schemas.microsoft.com/office/drawing/2014/main" id="{B44E53D7-0116-EC98-0595-C5AA8485188A}"/>
                </a:ext>
              </a:extLst>
            </p:cNvPr>
            <p:cNvSpPr/>
            <p:nvPr/>
          </p:nvSpPr>
          <p:spPr>
            <a:xfrm>
              <a:off x="6584915" y="-10771846"/>
              <a:ext cx="281890" cy="33733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94" name="文字方塊 493">
              <a:extLst>
                <a:ext uri="{FF2B5EF4-FFF2-40B4-BE49-F238E27FC236}">
                  <a16:creationId xmlns:a16="http://schemas.microsoft.com/office/drawing/2014/main" id="{CCFE3B24-DA83-23DB-3FF0-78F469EB9AED}"/>
                </a:ext>
              </a:extLst>
            </p:cNvPr>
            <p:cNvSpPr txBox="1"/>
            <p:nvPr/>
          </p:nvSpPr>
          <p:spPr>
            <a:xfrm>
              <a:off x="4138939" y="-10177672"/>
              <a:ext cx="694421" cy="27699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center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495" name="矩形 494">
              <a:extLst>
                <a:ext uri="{FF2B5EF4-FFF2-40B4-BE49-F238E27FC236}">
                  <a16:creationId xmlns:a16="http://schemas.microsoft.com/office/drawing/2014/main" id="{88B49B60-974A-D2A8-10ED-75551BD7EFB2}"/>
                </a:ext>
              </a:extLst>
            </p:cNvPr>
            <p:cNvSpPr/>
            <p:nvPr/>
          </p:nvSpPr>
          <p:spPr>
            <a:xfrm>
              <a:off x="5520699" y="-10182767"/>
              <a:ext cx="1431806" cy="8196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6" name="矩形 495">
              <a:extLst>
                <a:ext uri="{FF2B5EF4-FFF2-40B4-BE49-F238E27FC236}">
                  <a16:creationId xmlns:a16="http://schemas.microsoft.com/office/drawing/2014/main" id="{148D3964-E006-DC84-2F08-D93E3719A811}"/>
                </a:ext>
              </a:extLst>
            </p:cNvPr>
            <p:cNvSpPr/>
            <p:nvPr/>
          </p:nvSpPr>
          <p:spPr>
            <a:xfrm>
              <a:off x="5598349" y="-10011731"/>
              <a:ext cx="281890" cy="48496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97" name="矩形 496">
              <a:extLst>
                <a:ext uri="{FF2B5EF4-FFF2-40B4-BE49-F238E27FC236}">
                  <a16:creationId xmlns:a16="http://schemas.microsoft.com/office/drawing/2014/main" id="{48914496-E2E1-8232-4EA2-0E5CADBCAD18}"/>
                </a:ext>
              </a:extLst>
            </p:cNvPr>
            <p:cNvSpPr/>
            <p:nvPr/>
          </p:nvSpPr>
          <p:spPr>
            <a:xfrm>
              <a:off x="5925637" y="-9887509"/>
              <a:ext cx="281890" cy="23652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98" name="矩形 497">
              <a:extLst>
                <a:ext uri="{FF2B5EF4-FFF2-40B4-BE49-F238E27FC236}">
                  <a16:creationId xmlns:a16="http://schemas.microsoft.com/office/drawing/2014/main" id="{9458B743-37F4-3F42-9894-C4C1E097E583}"/>
                </a:ext>
              </a:extLst>
            </p:cNvPr>
            <p:cNvSpPr/>
            <p:nvPr/>
          </p:nvSpPr>
          <p:spPr>
            <a:xfrm>
              <a:off x="6252895" y="-10103764"/>
              <a:ext cx="281890" cy="6690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99" name="矩形 498">
              <a:extLst>
                <a:ext uri="{FF2B5EF4-FFF2-40B4-BE49-F238E27FC236}">
                  <a16:creationId xmlns:a16="http://schemas.microsoft.com/office/drawing/2014/main" id="{D4E85652-3FBB-1AE5-6B78-B8EACBF2EF52}"/>
                </a:ext>
              </a:extLst>
            </p:cNvPr>
            <p:cNvSpPr/>
            <p:nvPr/>
          </p:nvSpPr>
          <p:spPr>
            <a:xfrm>
              <a:off x="6584915" y="-9937915"/>
              <a:ext cx="281890" cy="33733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2" name="矩形 501">
              <a:extLst>
                <a:ext uri="{FF2B5EF4-FFF2-40B4-BE49-F238E27FC236}">
                  <a16:creationId xmlns:a16="http://schemas.microsoft.com/office/drawing/2014/main" id="{2E1CD9B1-785A-4178-7226-D34BC2BFD690}"/>
                </a:ext>
              </a:extLst>
            </p:cNvPr>
            <p:cNvSpPr/>
            <p:nvPr/>
          </p:nvSpPr>
          <p:spPr>
            <a:xfrm>
              <a:off x="9288677" y="-12182326"/>
              <a:ext cx="1431806" cy="8196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3" name="矩形 502">
              <a:extLst>
                <a:ext uri="{FF2B5EF4-FFF2-40B4-BE49-F238E27FC236}">
                  <a16:creationId xmlns:a16="http://schemas.microsoft.com/office/drawing/2014/main" id="{1826EBA9-6E25-5019-56A4-7DA7684730F8}"/>
                </a:ext>
              </a:extLst>
            </p:cNvPr>
            <p:cNvSpPr/>
            <p:nvPr/>
          </p:nvSpPr>
          <p:spPr>
            <a:xfrm>
              <a:off x="9366327" y="-12103323"/>
              <a:ext cx="281890" cy="669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4" name="矩形 503">
              <a:extLst>
                <a:ext uri="{FF2B5EF4-FFF2-40B4-BE49-F238E27FC236}">
                  <a16:creationId xmlns:a16="http://schemas.microsoft.com/office/drawing/2014/main" id="{C26A8F06-DCA8-8B25-D97B-86C737FC64B0}"/>
                </a:ext>
              </a:extLst>
            </p:cNvPr>
            <p:cNvSpPr/>
            <p:nvPr/>
          </p:nvSpPr>
          <p:spPr>
            <a:xfrm>
              <a:off x="9693615" y="-12103323"/>
              <a:ext cx="281890" cy="669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5" name="矩形 504">
              <a:extLst>
                <a:ext uri="{FF2B5EF4-FFF2-40B4-BE49-F238E27FC236}">
                  <a16:creationId xmlns:a16="http://schemas.microsoft.com/office/drawing/2014/main" id="{E1A68452-DD7B-2014-999C-989C5750404A}"/>
                </a:ext>
              </a:extLst>
            </p:cNvPr>
            <p:cNvSpPr/>
            <p:nvPr/>
          </p:nvSpPr>
          <p:spPr>
            <a:xfrm>
              <a:off x="10020873" y="-12103323"/>
              <a:ext cx="281890" cy="6690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6" name="矩形 505">
              <a:extLst>
                <a:ext uri="{FF2B5EF4-FFF2-40B4-BE49-F238E27FC236}">
                  <a16:creationId xmlns:a16="http://schemas.microsoft.com/office/drawing/2014/main" id="{0ACEFD13-D480-E049-1832-64A24B3C7A4F}"/>
                </a:ext>
              </a:extLst>
            </p:cNvPr>
            <p:cNvSpPr/>
            <p:nvPr/>
          </p:nvSpPr>
          <p:spPr>
            <a:xfrm>
              <a:off x="10352893" y="-12103323"/>
              <a:ext cx="281890" cy="669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7" name="文字方塊 506">
              <a:extLst>
                <a:ext uri="{FF2B5EF4-FFF2-40B4-BE49-F238E27FC236}">
                  <a16:creationId xmlns:a16="http://schemas.microsoft.com/office/drawing/2014/main" id="{A2C8CC55-74AD-538C-B806-47C02EB547B5}"/>
                </a:ext>
              </a:extLst>
            </p:cNvPr>
            <p:cNvSpPr txBox="1"/>
            <p:nvPr/>
          </p:nvSpPr>
          <p:spPr>
            <a:xfrm>
              <a:off x="7906917" y="-12189967"/>
              <a:ext cx="779381" cy="27699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b="1" dirty="0">
                  <a:latin typeface="Consolas" panose="020B0609020204030204" pitchFamily="49" charset="0"/>
                </a:rPr>
                <a:t>stretch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509" name="文字方塊 508">
              <a:extLst>
                <a:ext uri="{FF2B5EF4-FFF2-40B4-BE49-F238E27FC236}">
                  <a16:creationId xmlns:a16="http://schemas.microsoft.com/office/drawing/2014/main" id="{733DB8C6-416F-603E-C3B3-EE968F099EC6}"/>
                </a:ext>
              </a:extLst>
            </p:cNvPr>
            <p:cNvSpPr txBox="1"/>
            <p:nvPr/>
          </p:nvSpPr>
          <p:spPr>
            <a:xfrm>
              <a:off x="7906917" y="-11177452"/>
              <a:ext cx="864339" cy="27699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baseline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510" name="矩形 509">
              <a:extLst>
                <a:ext uri="{FF2B5EF4-FFF2-40B4-BE49-F238E27FC236}">
                  <a16:creationId xmlns:a16="http://schemas.microsoft.com/office/drawing/2014/main" id="{8CB125DE-94EF-A089-DF91-A13D595C1E7E}"/>
                </a:ext>
              </a:extLst>
            </p:cNvPr>
            <p:cNvSpPr/>
            <p:nvPr/>
          </p:nvSpPr>
          <p:spPr>
            <a:xfrm>
              <a:off x="9288677" y="-11182547"/>
              <a:ext cx="1431806" cy="8196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1" name="矩形 510">
              <a:extLst>
                <a:ext uri="{FF2B5EF4-FFF2-40B4-BE49-F238E27FC236}">
                  <a16:creationId xmlns:a16="http://schemas.microsoft.com/office/drawing/2014/main" id="{124059CC-0D09-4E16-9D46-AFC15EEA15FC}"/>
                </a:ext>
              </a:extLst>
            </p:cNvPr>
            <p:cNvSpPr/>
            <p:nvPr/>
          </p:nvSpPr>
          <p:spPr>
            <a:xfrm>
              <a:off x="9364920" y="-11008693"/>
              <a:ext cx="382150" cy="48496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13" name="矩形 512">
              <a:extLst>
                <a:ext uri="{FF2B5EF4-FFF2-40B4-BE49-F238E27FC236}">
                  <a16:creationId xmlns:a16="http://schemas.microsoft.com/office/drawing/2014/main" id="{06CEF272-6F37-F9C3-7116-1B4C1BA76A89}"/>
                </a:ext>
              </a:extLst>
            </p:cNvPr>
            <p:cNvSpPr/>
            <p:nvPr/>
          </p:nvSpPr>
          <p:spPr>
            <a:xfrm>
              <a:off x="9809480" y="-11103544"/>
              <a:ext cx="382150" cy="6690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14" name="矩形 513">
              <a:extLst>
                <a:ext uri="{FF2B5EF4-FFF2-40B4-BE49-F238E27FC236}">
                  <a16:creationId xmlns:a16="http://schemas.microsoft.com/office/drawing/2014/main" id="{4571B34F-35B9-77A1-937C-9F1F1EB96212}"/>
                </a:ext>
              </a:extLst>
            </p:cNvPr>
            <p:cNvSpPr/>
            <p:nvPr/>
          </p:nvSpPr>
          <p:spPr>
            <a:xfrm>
              <a:off x="10250963" y="-10881344"/>
              <a:ext cx="382150" cy="33733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18" name="文字方塊 517">
              <a:extLst>
                <a:ext uri="{FF2B5EF4-FFF2-40B4-BE49-F238E27FC236}">
                  <a16:creationId xmlns:a16="http://schemas.microsoft.com/office/drawing/2014/main" id="{2C4E96BD-4CCB-AEB0-CA4B-0A66AA7695A0}"/>
                </a:ext>
              </a:extLst>
            </p:cNvPr>
            <p:cNvSpPr txBox="1"/>
            <p:nvPr/>
          </p:nvSpPr>
          <p:spPr>
            <a:xfrm>
              <a:off x="9380306" y="-10928754"/>
              <a:ext cx="351378" cy="21544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800" dirty="0">
                  <a:solidFill>
                    <a:schemeClr val="bg1"/>
                  </a:solidFill>
                </a:rPr>
                <a:t>text</a:t>
              </a:r>
              <a:endParaRPr lang="zh-TW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521" name="直線接點 520">
              <a:extLst>
                <a:ext uri="{FF2B5EF4-FFF2-40B4-BE49-F238E27FC236}">
                  <a16:creationId xmlns:a16="http://schemas.microsoft.com/office/drawing/2014/main" id="{C4199FA8-EC9C-6562-334C-766D9ED54B76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1" y="-10772742"/>
              <a:ext cx="173355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4" name="文字方塊 523">
              <a:extLst>
                <a:ext uri="{FF2B5EF4-FFF2-40B4-BE49-F238E27FC236}">
                  <a16:creationId xmlns:a16="http://schemas.microsoft.com/office/drawing/2014/main" id="{FF1F0112-B7DB-DBD9-1229-89B0BBEBF6D6}"/>
                </a:ext>
              </a:extLst>
            </p:cNvPr>
            <p:cNvSpPr txBox="1"/>
            <p:nvPr/>
          </p:nvSpPr>
          <p:spPr>
            <a:xfrm>
              <a:off x="9823313" y="-10928754"/>
              <a:ext cx="351378" cy="21544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800" dirty="0">
                  <a:solidFill>
                    <a:schemeClr val="bg1"/>
                  </a:solidFill>
                </a:rPr>
                <a:t>text</a:t>
              </a:r>
              <a:endParaRPr lang="zh-TW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525" name="文字方塊 524">
              <a:extLst>
                <a:ext uri="{FF2B5EF4-FFF2-40B4-BE49-F238E27FC236}">
                  <a16:creationId xmlns:a16="http://schemas.microsoft.com/office/drawing/2014/main" id="{09AD81F1-57AD-1088-31FA-9320A69FB678}"/>
                </a:ext>
              </a:extLst>
            </p:cNvPr>
            <p:cNvSpPr txBox="1"/>
            <p:nvPr/>
          </p:nvSpPr>
          <p:spPr>
            <a:xfrm>
              <a:off x="10264491" y="-10928754"/>
              <a:ext cx="351378" cy="21544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800" dirty="0">
                  <a:solidFill>
                    <a:schemeClr val="bg1"/>
                  </a:solidFill>
                </a:rPr>
                <a:t>text</a:t>
              </a:r>
              <a:endParaRPr lang="zh-TW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627" name="文字方塊 626">
              <a:extLst>
                <a:ext uri="{FF2B5EF4-FFF2-40B4-BE49-F238E27FC236}">
                  <a16:creationId xmlns:a16="http://schemas.microsoft.com/office/drawing/2014/main" id="{758249A1-3A60-C269-6574-A2DD092039EA}"/>
                </a:ext>
              </a:extLst>
            </p:cNvPr>
            <p:cNvSpPr txBox="1"/>
            <p:nvPr/>
          </p:nvSpPr>
          <p:spPr>
            <a:xfrm>
              <a:off x="1720483" y="-28354676"/>
              <a:ext cx="19715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標示主軸的方向</a:t>
              </a:r>
              <a:endParaRPr lang="en-US" altLang="zh-TW" sz="12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交叉軸將垂直於主軸</a:t>
              </a:r>
            </a:p>
          </p:txBody>
        </p:sp>
        <p:sp>
          <p:nvSpPr>
            <p:cNvPr id="628" name="文字方塊 627">
              <a:extLst>
                <a:ext uri="{FF2B5EF4-FFF2-40B4-BE49-F238E27FC236}">
                  <a16:creationId xmlns:a16="http://schemas.microsoft.com/office/drawing/2014/main" id="{C41C6E06-3F59-E26D-B271-847E4A4A0634}"/>
                </a:ext>
              </a:extLst>
            </p:cNvPr>
            <p:cNvSpPr txBox="1"/>
            <p:nvPr/>
          </p:nvSpPr>
          <p:spPr>
            <a:xfrm>
              <a:off x="1720483" y="-25934705"/>
              <a:ext cx="210209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指定彈性項目是否要換行到容器內的下一行。</a:t>
              </a:r>
              <a:endParaRPr lang="en-US" altLang="zh-TW" sz="12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如果 </a:t>
              </a:r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flex-direction</a:t>
              </a:r>
              <a:r>
                <a:rPr lang="en-US" altLang="zh-TW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 </a:t>
              </a: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設為 </a:t>
              </a:r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column</a:t>
              </a:r>
              <a:r>
                <a:rPr lang="en-US" altLang="zh-TW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 </a:t>
              </a: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或 </a:t>
              </a:r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column-reverse</a:t>
              </a: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，項目就會換到新的一列，而不是新的一行。</a:t>
              </a:r>
            </a:p>
          </p:txBody>
        </p:sp>
        <p:sp>
          <p:nvSpPr>
            <p:cNvPr id="630" name="文字方塊 629">
              <a:extLst>
                <a:ext uri="{FF2B5EF4-FFF2-40B4-BE49-F238E27FC236}">
                  <a16:creationId xmlns:a16="http://schemas.microsoft.com/office/drawing/2014/main" id="{BEC22FF0-9A25-311F-6E65-0579CB29BA20}"/>
                </a:ext>
              </a:extLst>
            </p:cNvPr>
            <p:cNvSpPr txBox="1"/>
            <p:nvPr/>
          </p:nvSpPr>
          <p:spPr>
            <a:xfrm>
              <a:off x="4138938" y="-23276854"/>
              <a:ext cx="6298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&lt;flex-direction&gt; &lt;flex-wrap&gt; </a:t>
              </a: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的簡寫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形式</a:t>
              </a:r>
              <a:endParaRPr lang="zh-TW" altLang="en-US" sz="12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631" name="文字方塊 630">
              <a:extLst>
                <a:ext uri="{FF2B5EF4-FFF2-40B4-BE49-F238E27FC236}">
                  <a16:creationId xmlns:a16="http://schemas.microsoft.com/office/drawing/2014/main" id="{44A9DDD8-43CA-A357-3240-84EC58210CDD}"/>
                </a:ext>
              </a:extLst>
            </p:cNvPr>
            <p:cNvSpPr txBox="1"/>
            <p:nvPr/>
          </p:nvSpPr>
          <p:spPr>
            <a:xfrm>
              <a:off x="4138939" y="-22609648"/>
              <a:ext cx="62989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&lt;row-gap&gt; &lt;column-gap&gt; 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的簡寫形式</a:t>
              </a: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。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用來設定每個彈性項目之間的間距</a:t>
              </a:r>
              <a:endParaRPr lang="zh-TW" altLang="en-US" sz="12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633" name="文字方塊 632">
              <a:extLst>
                <a:ext uri="{FF2B5EF4-FFF2-40B4-BE49-F238E27FC236}">
                  <a16:creationId xmlns:a16="http://schemas.microsoft.com/office/drawing/2014/main" id="{FD02A45B-0E24-2277-DD13-E01C700EA1C7}"/>
                </a:ext>
              </a:extLst>
            </p:cNvPr>
            <p:cNvSpPr txBox="1"/>
            <p:nvPr/>
          </p:nvSpPr>
          <p:spPr>
            <a:xfrm>
              <a:off x="1720483" y="-21603696"/>
              <a:ext cx="21020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用來控制項目在主軸上的排列方式</a:t>
              </a:r>
            </a:p>
          </p:txBody>
        </p:sp>
        <p:sp>
          <p:nvSpPr>
            <p:cNvPr id="634" name="文字方塊 633">
              <a:extLst>
                <a:ext uri="{FF2B5EF4-FFF2-40B4-BE49-F238E27FC236}">
                  <a16:creationId xmlns:a16="http://schemas.microsoft.com/office/drawing/2014/main" id="{AA4FE7C1-59AD-FA56-9577-080538FA7DFA}"/>
                </a:ext>
              </a:extLst>
            </p:cNvPr>
            <p:cNvSpPr txBox="1"/>
            <p:nvPr/>
          </p:nvSpPr>
          <p:spPr>
            <a:xfrm>
              <a:off x="1720483" y="-17627446"/>
              <a:ext cx="210209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用來控制橫向軸線上的彈性行間距</a:t>
              </a:r>
              <a:endParaRPr lang="en-US" altLang="zh-TW" sz="12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如果沒開啟換行功能，則忽略</a:t>
              </a:r>
              <a:endParaRPr lang="en-US" altLang="zh-TW" sz="12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如果項目沒有換行，則忽略</a:t>
              </a:r>
            </a:p>
          </p:txBody>
        </p:sp>
        <p:sp>
          <p:nvSpPr>
            <p:cNvPr id="635" name="文字方塊 634">
              <a:extLst>
                <a:ext uri="{FF2B5EF4-FFF2-40B4-BE49-F238E27FC236}">
                  <a16:creationId xmlns:a16="http://schemas.microsoft.com/office/drawing/2014/main" id="{A750AD8C-A585-DBC3-BB02-0606AB19013F}"/>
                </a:ext>
              </a:extLst>
            </p:cNvPr>
            <p:cNvSpPr txBox="1"/>
            <p:nvPr/>
          </p:nvSpPr>
          <p:spPr>
            <a:xfrm>
              <a:off x="4138938" y="-12844607"/>
              <a:ext cx="6298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&lt;align-content&gt; &lt;justify-content&gt;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 </a:t>
              </a: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的簡寫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形式</a:t>
              </a:r>
              <a:endParaRPr lang="zh-TW" altLang="en-US" sz="12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636" name="文字方塊 635">
              <a:extLst>
                <a:ext uri="{FF2B5EF4-FFF2-40B4-BE49-F238E27FC236}">
                  <a16:creationId xmlns:a16="http://schemas.microsoft.com/office/drawing/2014/main" id="{EB1CC08A-D878-71BC-C070-89764FADBEAD}"/>
                </a:ext>
              </a:extLst>
            </p:cNvPr>
            <p:cNvSpPr txBox="1"/>
            <p:nvPr/>
          </p:nvSpPr>
          <p:spPr>
            <a:xfrm>
              <a:off x="4138938" y="-8529913"/>
              <a:ext cx="6298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&lt;align-items&gt; &lt;justify-items&gt; 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的簡寫形式。</a:t>
              </a:r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justify-items 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僅在網格佈局中使用，在 </a:t>
              </a:r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flexbox 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佈局中被忽略。</a:t>
              </a:r>
              <a:endParaRPr lang="zh-TW" altLang="en-US" sz="12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grpSp>
        <p:nvGrpSpPr>
          <p:cNvPr id="646" name="群組 645">
            <a:extLst>
              <a:ext uri="{FF2B5EF4-FFF2-40B4-BE49-F238E27FC236}">
                <a16:creationId xmlns:a16="http://schemas.microsoft.com/office/drawing/2014/main" id="{FC221EEC-44DA-A99C-837E-4BEBD0D155AF}"/>
              </a:ext>
            </a:extLst>
          </p:cNvPr>
          <p:cNvGrpSpPr/>
          <p:nvPr/>
        </p:nvGrpSpPr>
        <p:grpSpPr>
          <a:xfrm>
            <a:off x="1720483" y="-6172208"/>
            <a:ext cx="9157068" cy="11762640"/>
            <a:chOff x="1720483" y="-7880771"/>
            <a:chExt cx="9157068" cy="11762640"/>
          </a:xfrm>
        </p:grpSpPr>
        <p:grpSp>
          <p:nvGrpSpPr>
            <p:cNvPr id="527" name="群組 526">
              <a:extLst>
                <a:ext uri="{FF2B5EF4-FFF2-40B4-BE49-F238E27FC236}">
                  <a16:creationId xmlns:a16="http://schemas.microsoft.com/office/drawing/2014/main" id="{DCCF9E9D-1C11-7782-8B0F-AC9679A9A5D2}"/>
                </a:ext>
              </a:extLst>
            </p:cNvPr>
            <p:cNvGrpSpPr/>
            <p:nvPr/>
          </p:nvGrpSpPr>
          <p:grpSpPr>
            <a:xfrm>
              <a:off x="1720483" y="-7880771"/>
              <a:ext cx="9000000" cy="462573"/>
              <a:chOff x="1720482" y="548022"/>
              <a:chExt cx="9000000" cy="462573"/>
            </a:xfrm>
          </p:grpSpPr>
          <p:cxnSp>
            <p:nvCxnSpPr>
              <p:cNvPr id="528" name="直線接點 527">
                <a:extLst>
                  <a:ext uri="{FF2B5EF4-FFF2-40B4-BE49-F238E27FC236}">
                    <a16:creationId xmlns:a16="http://schemas.microsoft.com/office/drawing/2014/main" id="{6C5B4A28-3EC5-DDCB-0999-F7C53D96CC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9" name="文字方塊 528">
                <a:extLst>
                  <a:ext uri="{FF2B5EF4-FFF2-40B4-BE49-F238E27FC236}">
                    <a16:creationId xmlns:a16="http://schemas.microsoft.com/office/drawing/2014/main" id="{56D6A0D8-E407-A7EB-8DB0-E36052088435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949299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flex-grow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530" name="群組 529">
              <a:extLst>
                <a:ext uri="{FF2B5EF4-FFF2-40B4-BE49-F238E27FC236}">
                  <a16:creationId xmlns:a16="http://schemas.microsoft.com/office/drawing/2014/main" id="{2ABE63C3-560F-25AC-F74E-4024759A5A01}"/>
                </a:ext>
              </a:extLst>
            </p:cNvPr>
            <p:cNvGrpSpPr/>
            <p:nvPr/>
          </p:nvGrpSpPr>
          <p:grpSpPr>
            <a:xfrm>
              <a:off x="1720483" y="-6193209"/>
              <a:ext cx="9000000" cy="462573"/>
              <a:chOff x="1720482" y="548022"/>
              <a:chExt cx="9000000" cy="462573"/>
            </a:xfrm>
          </p:grpSpPr>
          <p:cxnSp>
            <p:nvCxnSpPr>
              <p:cNvPr id="531" name="直線接點 530">
                <a:extLst>
                  <a:ext uri="{FF2B5EF4-FFF2-40B4-BE49-F238E27FC236}">
                    <a16:creationId xmlns:a16="http://schemas.microsoft.com/office/drawing/2014/main" id="{ADC6ED05-3F98-5B23-EF2E-70B5A3C819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32" name="文字方塊 531">
                <a:extLst>
                  <a:ext uri="{FF2B5EF4-FFF2-40B4-BE49-F238E27FC236}">
                    <a16:creationId xmlns:a16="http://schemas.microsoft.com/office/drawing/2014/main" id="{64746D65-B055-6321-47B4-18E74A02D14B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1119217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flex-shrink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533" name="群組 532">
              <a:extLst>
                <a:ext uri="{FF2B5EF4-FFF2-40B4-BE49-F238E27FC236}">
                  <a16:creationId xmlns:a16="http://schemas.microsoft.com/office/drawing/2014/main" id="{DAB0F0E0-8EAB-ADDB-CD42-14EBA21800D7}"/>
                </a:ext>
              </a:extLst>
            </p:cNvPr>
            <p:cNvGrpSpPr/>
            <p:nvPr/>
          </p:nvGrpSpPr>
          <p:grpSpPr>
            <a:xfrm>
              <a:off x="5520699" y="-7695653"/>
              <a:ext cx="1431806" cy="439894"/>
              <a:chOff x="5520698" y="3209053"/>
              <a:chExt cx="1431806" cy="439894"/>
            </a:xfrm>
          </p:grpSpPr>
          <p:sp>
            <p:nvSpPr>
              <p:cNvPr id="534" name="矩形 533">
                <a:extLst>
                  <a:ext uri="{FF2B5EF4-FFF2-40B4-BE49-F238E27FC236}">
                    <a16:creationId xmlns:a16="http://schemas.microsoft.com/office/drawing/2014/main" id="{D97E6797-F156-3C18-0E86-9E01936C589A}"/>
                  </a:ext>
                </a:extLst>
              </p:cNvPr>
              <p:cNvSpPr/>
              <p:nvPr/>
            </p:nvSpPr>
            <p:spPr>
              <a:xfrm>
                <a:off x="5520698" y="3209053"/>
                <a:ext cx="1431806" cy="43989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5" name="矩形 534">
                <a:extLst>
                  <a:ext uri="{FF2B5EF4-FFF2-40B4-BE49-F238E27FC236}">
                    <a16:creationId xmlns:a16="http://schemas.microsoft.com/office/drawing/2014/main" id="{A0A3AC9D-0E94-FC49-E25D-33D115B569DF}"/>
                  </a:ext>
                </a:extLst>
              </p:cNvPr>
              <p:cNvSpPr/>
              <p:nvPr/>
            </p:nvSpPr>
            <p:spPr>
              <a:xfrm>
                <a:off x="5598348" y="328805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1</a:t>
                </a:r>
                <a:endParaRPr lang="zh-TW" altLang="en-US" sz="12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536" name="矩形 535">
                <a:extLst>
                  <a:ext uri="{FF2B5EF4-FFF2-40B4-BE49-F238E27FC236}">
                    <a16:creationId xmlns:a16="http://schemas.microsoft.com/office/drawing/2014/main" id="{AEC4501A-E414-F3EE-7AF0-FE44A5620D78}"/>
                  </a:ext>
                </a:extLst>
              </p:cNvPr>
              <p:cNvSpPr/>
              <p:nvPr/>
            </p:nvSpPr>
            <p:spPr>
              <a:xfrm>
                <a:off x="5925636" y="328805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1</a:t>
                </a:r>
                <a:endParaRPr lang="zh-TW" altLang="en-US" sz="12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537" name="矩形 536">
                <a:extLst>
                  <a:ext uri="{FF2B5EF4-FFF2-40B4-BE49-F238E27FC236}">
                    <a16:creationId xmlns:a16="http://schemas.microsoft.com/office/drawing/2014/main" id="{585EB025-42E6-35E7-7EA1-68BD25CDC3BC}"/>
                  </a:ext>
                </a:extLst>
              </p:cNvPr>
              <p:cNvSpPr/>
              <p:nvPr/>
            </p:nvSpPr>
            <p:spPr>
              <a:xfrm>
                <a:off x="6252894" y="3288055"/>
                <a:ext cx="611226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2</a:t>
                </a:r>
                <a:endParaRPr lang="zh-TW" altLang="en-US" sz="12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539" name="群組 538">
              <a:extLst>
                <a:ext uri="{FF2B5EF4-FFF2-40B4-BE49-F238E27FC236}">
                  <a16:creationId xmlns:a16="http://schemas.microsoft.com/office/drawing/2014/main" id="{4D7DBB1D-95F7-324D-B3EB-DFC04CC82DC7}"/>
                </a:ext>
              </a:extLst>
            </p:cNvPr>
            <p:cNvGrpSpPr/>
            <p:nvPr/>
          </p:nvGrpSpPr>
          <p:grpSpPr>
            <a:xfrm>
              <a:off x="1720483" y="-3739677"/>
              <a:ext cx="9000000" cy="462573"/>
              <a:chOff x="1720482" y="548022"/>
              <a:chExt cx="9000000" cy="462573"/>
            </a:xfrm>
          </p:grpSpPr>
          <p:cxnSp>
            <p:nvCxnSpPr>
              <p:cNvPr id="540" name="直線接點 539">
                <a:extLst>
                  <a:ext uri="{FF2B5EF4-FFF2-40B4-BE49-F238E27FC236}">
                    <a16:creationId xmlns:a16="http://schemas.microsoft.com/office/drawing/2014/main" id="{F65AD51B-66D4-2947-486F-9CB46B5595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1" name="文字方塊 540">
                <a:extLst>
                  <a:ext uri="{FF2B5EF4-FFF2-40B4-BE49-F238E27FC236}">
                    <a16:creationId xmlns:a16="http://schemas.microsoft.com/office/drawing/2014/main" id="{A84C10D8-1CAC-FFDC-CE81-41B71E832A54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1034257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flex-basis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542" name="群組 541">
              <a:extLst>
                <a:ext uri="{FF2B5EF4-FFF2-40B4-BE49-F238E27FC236}">
                  <a16:creationId xmlns:a16="http://schemas.microsoft.com/office/drawing/2014/main" id="{23B72CB8-AB3C-9CBF-CB6E-09B9D1BD64F1}"/>
                </a:ext>
              </a:extLst>
            </p:cNvPr>
            <p:cNvGrpSpPr/>
            <p:nvPr/>
          </p:nvGrpSpPr>
          <p:grpSpPr>
            <a:xfrm>
              <a:off x="5520699" y="-6002736"/>
              <a:ext cx="1431806" cy="439894"/>
              <a:chOff x="5520698" y="3209053"/>
              <a:chExt cx="1431806" cy="439894"/>
            </a:xfrm>
          </p:grpSpPr>
          <p:sp>
            <p:nvSpPr>
              <p:cNvPr id="543" name="矩形 542">
                <a:extLst>
                  <a:ext uri="{FF2B5EF4-FFF2-40B4-BE49-F238E27FC236}">
                    <a16:creationId xmlns:a16="http://schemas.microsoft.com/office/drawing/2014/main" id="{84EF126C-B278-23BD-0FC6-52E45ABA4351}"/>
                  </a:ext>
                </a:extLst>
              </p:cNvPr>
              <p:cNvSpPr/>
              <p:nvPr/>
            </p:nvSpPr>
            <p:spPr>
              <a:xfrm>
                <a:off x="5520698" y="3209053"/>
                <a:ext cx="1431806" cy="43989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44" name="矩形 543">
                <a:extLst>
                  <a:ext uri="{FF2B5EF4-FFF2-40B4-BE49-F238E27FC236}">
                    <a16:creationId xmlns:a16="http://schemas.microsoft.com/office/drawing/2014/main" id="{517A83DF-CC85-9725-C157-F92F94FCFA1B}"/>
                  </a:ext>
                </a:extLst>
              </p:cNvPr>
              <p:cNvSpPr/>
              <p:nvPr/>
            </p:nvSpPr>
            <p:spPr>
              <a:xfrm>
                <a:off x="5598348" y="328805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2</a:t>
                </a:r>
                <a:endParaRPr lang="zh-TW" altLang="en-US" sz="12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545" name="矩形 544">
                <a:extLst>
                  <a:ext uri="{FF2B5EF4-FFF2-40B4-BE49-F238E27FC236}">
                    <a16:creationId xmlns:a16="http://schemas.microsoft.com/office/drawing/2014/main" id="{ADD921EB-EDE4-4556-E3FF-19BCA4F1216A}"/>
                  </a:ext>
                </a:extLst>
              </p:cNvPr>
              <p:cNvSpPr/>
              <p:nvPr/>
            </p:nvSpPr>
            <p:spPr>
              <a:xfrm>
                <a:off x="5925636" y="3288055"/>
                <a:ext cx="281890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2</a:t>
                </a:r>
                <a:endParaRPr lang="zh-TW" altLang="en-US" sz="12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546" name="矩形 545">
                <a:extLst>
                  <a:ext uri="{FF2B5EF4-FFF2-40B4-BE49-F238E27FC236}">
                    <a16:creationId xmlns:a16="http://schemas.microsoft.com/office/drawing/2014/main" id="{8F39D379-EAA0-3CDF-2AB1-869B2659389C}"/>
                  </a:ext>
                </a:extLst>
              </p:cNvPr>
              <p:cNvSpPr/>
              <p:nvPr/>
            </p:nvSpPr>
            <p:spPr>
              <a:xfrm>
                <a:off x="6252894" y="3288055"/>
                <a:ext cx="611226" cy="28189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1</a:t>
                </a:r>
                <a:endParaRPr lang="zh-TW" altLang="en-US" sz="12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548" name="群組 547">
              <a:extLst>
                <a:ext uri="{FF2B5EF4-FFF2-40B4-BE49-F238E27FC236}">
                  <a16:creationId xmlns:a16="http://schemas.microsoft.com/office/drawing/2014/main" id="{4E59756E-4F92-4284-DCF2-3051D0CAB98A}"/>
                </a:ext>
              </a:extLst>
            </p:cNvPr>
            <p:cNvGrpSpPr/>
            <p:nvPr/>
          </p:nvGrpSpPr>
          <p:grpSpPr>
            <a:xfrm>
              <a:off x="1720483" y="-2284790"/>
              <a:ext cx="9000000" cy="462573"/>
              <a:chOff x="1720482" y="548022"/>
              <a:chExt cx="9000000" cy="462573"/>
            </a:xfrm>
          </p:grpSpPr>
          <p:cxnSp>
            <p:nvCxnSpPr>
              <p:cNvPr id="549" name="直線接點 548">
                <a:extLst>
                  <a:ext uri="{FF2B5EF4-FFF2-40B4-BE49-F238E27FC236}">
                    <a16:creationId xmlns:a16="http://schemas.microsoft.com/office/drawing/2014/main" id="{E692D866-C1FA-6111-5773-6CA707FF61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D3EEDD0C-FEA7-2BDA-0061-C3192FF885C0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524503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flex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551" name="群組 550">
              <a:extLst>
                <a:ext uri="{FF2B5EF4-FFF2-40B4-BE49-F238E27FC236}">
                  <a16:creationId xmlns:a16="http://schemas.microsoft.com/office/drawing/2014/main" id="{293E6C3A-9399-B774-50CB-06A4F6BE5573}"/>
                </a:ext>
              </a:extLst>
            </p:cNvPr>
            <p:cNvGrpSpPr/>
            <p:nvPr/>
          </p:nvGrpSpPr>
          <p:grpSpPr>
            <a:xfrm>
              <a:off x="1720483" y="-1623896"/>
              <a:ext cx="9000000" cy="462573"/>
              <a:chOff x="1720482" y="548022"/>
              <a:chExt cx="9000000" cy="462573"/>
            </a:xfrm>
          </p:grpSpPr>
          <p:cxnSp>
            <p:nvCxnSpPr>
              <p:cNvPr id="552" name="直線接點 551">
                <a:extLst>
                  <a:ext uri="{FF2B5EF4-FFF2-40B4-BE49-F238E27FC236}">
                    <a16:creationId xmlns:a16="http://schemas.microsoft.com/office/drawing/2014/main" id="{AB42B4EB-A21D-D772-478F-EF690628EC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3" name="文字方塊 552">
                <a:extLst>
                  <a:ext uri="{FF2B5EF4-FFF2-40B4-BE49-F238E27FC236}">
                    <a16:creationId xmlns:a16="http://schemas.microsoft.com/office/drawing/2014/main" id="{8AF3E5BE-5B35-9EA2-9617-3772F51E5387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1034257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align-self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554" name="矩形 553">
              <a:extLst>
                <a:ext uri="{FF2B5EF4-FFF2-40B4-BE49-F238E27FC236}">
                  <a16:creationId xmlns:a16="http://schemas.microsoft.com/office/drawing/2014/main" id="{C857F730-4A92-AA06-90FA-3699844E6A7E}"/>
                </a:ext>
              </a:extLst>
            </p:cNvPr>
            <p:cNvSpPr/>
            <p:nvPr/>
          </p:nvSpPr>
          <p:spPr>
            <a:xfrm>
              <a:off x="5520699" y="-1431291"/>
              <a:ext cx="1431806" cy="8196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9" name="文字方塊 558">
              <a:extLst>
                <a:ext uri="{FF2B5EF4-FFF2-40B4-BE49-F238E27FC236}">
                  <a16:creationId xmlns:a16="http://schemas.microsoft.com/office/drawing/2014/main" id="{91BEBE3F-1A11-5906-D690-126B6E35D0DC}"/>
                </a:ext>
              </a:extLst>
            </p:cNvPr>
            <p:cNvSpPr txBox="1"/>
            <p:nvPr/>
          </p:nvSpPr>
          <p:spPr>
            <a:xfrm>
              <a:off x="4138939" y="-1438932"/>
              <a:ext cx="524503" cy="27699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b="1" dirty="0">
                  <a:latin typeface="Consolas" panose="020B0609020204030204" pitchFamily="49" charset="0"/>
                </a:rPr>
                <a:t>auto</a:t>
              </a:r>
              <a:endParaRPr lang="zh-TW" altLang="en-US" sz="1200" b="1" dirty="0">
                <a:latin typeface="Consolas" panose="020B0609020204030204" pitchFamily="49" charset="0"/>
              </a:endParaRPr>
            </a:p>
          </p:txBody>
        </p:sp>
        <p:sp>
          <p:nvSpPr>
            <p:cNvPr id="560" name="文字方塊 559">
              <a:extLst>
                <a:ext uri="{FF2B5EF4-FFF2-40B4-BE49-F238E27FC236}">
                  <a16:creationId xmlns:a16="http://schemas.microsoft.com/office/drawing/2014/main" id="{A8FDF6F5-7314-9646-2FA1-72218FF3A5BE}"/>
                </a:ext>
              </a:extLst>
            </p:cNvPr>
            <p:cNvSpPr txBox="1"/>
            <p:nvPr/>
          </p:nvSpPr>
          <p:spPr>
            <a:xfrm>
              <a:off x="4138939" y="-426417"/>
              <a:ext cx="1034257" cy="64633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flex-start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start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self-start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561" name="矩形 560">
              <a:extLst>
                <a:ext uri="{FF2B5EF4-FFF2-40B4-BE49-F238E27FC236}">
                  <a16:creationId xmlns:a16="http://schemas.microsoft.com/office/drawing/2014/main" id="{595CEB72-D9A1-A178-2003-7CE447DAC6A3}"/>
                </a:ext>
              </a:extLst>
            </p:cNvPr>
            <p:cNvSpPr/>
            <p:nvPr/>
          </p:nvSpPr>
          <p:spPr>
            <a:xfrm>
              <a:off x="5520699" y="-431512"/>
              <a:ext cx="1431806" cy="8196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2" name="矩形 561">
              <a:extLst>
                <a:ext uri="{FF2B5EF4-FFF2-40B4-BE49-F238E27FC236}">
                  <a16:creationId xmlns:a16="http://schemas.microsoft.com/office/drawing/2014/main" id="{622226E7-597A-53DE-058E-35F89FA7EF40}"/>
                </a:ext>
              </a:extLst>
            </p:cNvPr>
            <p:cNvSpPr/>
            <p:nvPr/>
          </p:nvSpPr>
          <p:spPr>
            <a:xfrm>
              <a:off x="5598349" y="-249266"/>
              <a:ext cx="281890" cy="48496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63" name="矩形 562">
              <a:extLst>
                <a:ext uri="{FF2B5EF4-FFF2-40B4-BE49-F238E27FC236}">
                  <a16:creationId xmlns:a16="http://schemas.microsoft.com/office/drawing/2014/main" id="{ADEB65FE-6C76-920F-4859-07B5C88BE57F}"/>
                </a:ext>
              </a:extLst>
            </p:cNvPr>
            <p:cNvSpPr/>
            <p:nvPr/>
          </p:nvSpPr>
          <p:spPr>
            <a:xfrm>
              <a:off x="5925637" y="-352509"/>
              <a:ext cx="281890" cy="23652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64" name="矩形 563">
              <a:extLst>
                <a:ext uri="{FF2B5EF4-FFF2-40B4-BE49-F238E27FC236}">
                  <a16:creationId xmlns:a16="http://schemas.microsoft.com/office/drawing/2014/main" id="{775DC9B3-DEC7-1D4A-C564-FEA39C5725FC}"/>
                </a:ext>
              </a:extLst>
            </p:cNvPr>
            <p:cNvSpPr/>
            <p:nvPr/>
          </p:nvSpPr>
          <p:spPr>
            <a:xfrm>
              <a:off x="6252895" y="-352509"/>
              <a:ext cx="281890" cy="669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65" name="矩形 564">
              <a:extLst>
                <a:ext uri="{FF2B5EF4-FFF2-40B4-BE49-F238E27FC236}">
                  <a16:creationId xmlns:a16="http://schemas.microsoft.com/office/drawing/2014/main" id="{04A82559-71F5-181A-BFC3-4C98166FB55A}"/>
                </a:ext>
              </a:extLst>
            </p:cNvPr>
            <p:cNvSpPr/>
            <p:nvPr/>
          </p:nvSpPr>
          <p:spPr>
            <a:xfrm>
              <a:off x="6584915" y="-20811"/>
              <a:ext cx="281890" cy="33733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66" name="文字方塊 565">
              <a:extLst>
                <a:ext uri="{FF2B5EF4-FFF2-40B4-BE49-F238E27FC236}">
                  <a16:creationId xmlns:a16="http://schemas.microsoft.com/office/drawing/2014/main" id="{CA4CC5DC-F861-D60C-7649-2F91C759C5E6}"/>
                </a:ext>
              </a:extLst>
            </p:cNvPr>
            <p:cNvSpPr txBox="1"/>
            <p:nvPr/>
          </p:nvSpPr>
          <p:spPr>
            <a:xfrm>
              <a:off x="4138939" y="573363"/>
              <a:ext cx="864339" cy="64633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flex-end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end</a:t>
              </a:r>
            </a:p>
            <a:p>
              <a:r>
                <a:rPr lang="en-US" altLang="zh-TW" sz="1200" dirty="0">
                  <a:latin typeface="Consolas" panose="020B0609020204030204" pitchFamily="49" charset="0"/>
                </a:rPr>
                <a:t>self-end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567" name="矩形 566">
              <a:extLst>
                <a:ext uri="{FF2B5EF4-FFF2-40B4-BE49-F238E27FC236}">
                  <a16:creationId xmlns:a16="http://schemas.microsoft.com/office/drawing/2014/main" id="{B713C0D3-EF2B-C032-CED0-B2669F8AE7DC}"/>
                </a:ext>
              </a:extLst>
            </p:cNvPr>
            <p:cNvSpPr/>
            <p:nvPr/>
          </p:nvSpPr>
          <p:spPr>
            <a:xfrm>
              <a:off x="5520699" y="568268"/>
              <a:ext cx="1431806" cy="8196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8" name="矩形 567">
              <a:extLst>
                <a:ext uri="{FF2B5EF4-FFF2-40B4-BE49-F238E27FC236}">
                  <a16:creationId xmlns:a16="http://schemas.microsoft.com/office/drawing/2014/main" id="{79127DA4-D774-C861-B436-4BCD1376CA50}"/>
                </a:ext>
              </a:extLst>
            </p:cNvPr>
            <p:cNvSpPr/>
            <p:nvPr/>
          </p:nvSpPr>
          <p:spPr>
            <a:xfrm>
              <a:off x="5598349" y="739304"/>
              <a:ext cx="281890" cy="48496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69" name="矩形 568">
              <a:extLst>
                <a:ext uri="{FF2B5EF4-FFF2-40B4-BE49-F238E27FC236}">
                  <a16:creationId xmlns:a16="http://schemas.microsoft.com/office/drawing/2014/main" id="{CF01E66E-E7CB-C7A1-EEF9-4B8ACBE081F3}"/>
                </a:ext>
              </a:extLst>
            </p:cNvPr>
            <p:cNvSpPr/>
            <p:nvPr/>
          </p:nvSpPr>
          <p:spPr>
            <a:xfrm>
              <a:off x="5925637" y="1079781"/>
              <a:ext cx="281890" cy="23652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70" name="矩形 569">
              <a:extLst>
                <a:ext uri="{FF2B5EF4-FFF2-40B4-BE49-F238E27FC236}">
                  <a16:creationId xmlns:a16="http://schemas.microsoft.com/office/drawing/2014/main" id="{D8A20DCF-C832-3D81-A555-D7114B36070A}"/>
                </a:ext>
              </a:extLst>
            </p:cNvPr>
            <p:cNvSpPr/>
            <p:nvPr/>
          </p:nvSpPr>
          <p:spPr>
            <a:xfrm>
              <a:off x="6252895" y="647271"/>
              <a:ext cx="281890" cy="669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71" name="矩形 570">
              <a:extLst>
                <a:ext uri="{FF2B5EF4-FFF2-40B4-BE49-F238E27FC236}">
                  <a16:creationId xmlns:a16="http://schemas.microsoft.com/office/drawing/2014/main" id="{E72BD63D-0265-394F-79E7-09A8F17FDB00}"/>
                </a:ext>
              </a:extLst>
            </p:cNvPr>
            <p:cNvSpPr/>
            <p:nvPr/>
          </p:nvSpPr>
          <p:spPr>
            <a:xfrm>
              <a:off x="6584915" y="813120"/>
              <a:ext cx="281890" cy="33733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9" name="矩形 588">
              <a:extLst>
                <a:ext uri="{FF2B5EF4-FFF2-40B4-BE49-F238E27FC236}">
                  <a16:creationId xmlns:a16="http://schemas.microsoft.com/office/drawing/2014/main" id="{98069149-4070-6662-C874-8531D5A2B89C}"/>
                </a:ext>
              </a:extLst>
            </p:cNvPr>
            <p:cNvSpPr/>
            <p:nvPr/>
          </p:nvSpPr>
          <p:spPr>
            <a:xfrm>
              <a:off x="6250211" y="-1356868"/>
              <a:ext cx="281890" cy="669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7" name="矩形 586">
              <a:extLst>
                <a:ext uri="{FF2B5EF4-FFF2-40B4-BE49-F238E27FC236}">
                  <a16:creationId xmlns:a16="http://schemas.microsoft.com/office/drawing/2014/main" id="{538B3C73-F0F7-2C41-AD82-B4B7E2B1181D}"/>
                </a:ext>
              </a:extLst>
            </p:cNvPr>
            <p:cNvSpPr/>
            <p:nvPr/>
          </p:nvSpPr>
          <p:spPr>
            <a:xfrm>
              <a:off x="5595665" y="-1356868"/>
              <a:ext cx="281890" cy="6696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8" name="矩形 587">
              <a:extLst>
                <a:ext uri="{FF2B5EF4-FFF2-40B4-BE49-F238E27FC236}">
                  <a16:creationId xmlns:a16="http://schemas.microsoft.com/office/drawing/2014/main" id="{6CAB8FCE-78EA-53DE-088F-5D9DAF97324B}"/>
                </a:ext>
              </a:extLst>
            </p:cNvPr>
            <p:cNvSpPr/>
            <p:nvPr/>
          </p:nvSpPr>
          <p:spPr>
            <a:xfrm>
              <a:off x="5922953" y="-1356868"/>
              <a:ext cx="281890" cy="669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0" name="矩形 589">
              <a:extLst>
                <a:ext uri="{FF2B5EF4-FFF2-40B4-BE49-F238E27FC236}">
                  <a16:creationId xmlns:a16="http://schemas.microsoft.com/office/drawing/2014/main" id="{D3BA5065-DACA-DC82-3217-F0D8327EE37E}"/>
                </a:ext>
              </a:extLst>
            </p:cNvPr>
            <p:cNvSpPr/>
            <p:nvPr/>
          </p:nvSpPr>
          <p:spPr>
            <a:xfrm>
              <a:off x="6582231" y="-1356868"/>
              <a:ext cx="281890" cy="6696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5" name="矩形 594">
              <a:extLst>
                <a:ext uri="{FF2B5EF4-FFF2-40B4-BE49-F238E27FC236}">
                  <a16:creationId xmlns:a16="http://schemas.microsoft.com/office/drawing/2014/main" id="{AD3EF2E8-1632-9A82-4A45-D10FC80ECBED}"/>
                </a:ext>
              </a:extLst>
            </p:cNvPr>
            <p:cNvSpPr/>
            <p:nvPr/>
          </p:nvSpPr>
          <p:spPr>
            <a:xfrm>
              <a:off x="9288677" y="-1431291"/>
              <a:ext cx="1431806" cy="8196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6" name="文字方塊 595">
              <a:extLst>
                <a:ext uri="{FF2B5EF4-FFF2-40B4-BE49-F238E27FC236}">
                  <a16:creationId xmlns:a16="http://schemas.microsoft.com/office/drawing/2014/main" id="{BE5FE7A9-CD91-3BEC-31C5-75B628118E8F}"/>
                </a:ext>
              </a:extLst>
            </p:cNvPr>
            <p:cNvSpPr txBox="1"/>
            <p:nvPr/>
          </p:nvSpPr>
          <p:spPr>
            <a:xfrm>
              <a:off x="7906917" y="-1438932"/>
              <a:ext cx="694421" cy="27699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center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597" name="文字方塊 596">
              <a:extLst>
                <a:ext uri="{FF2B5EF4-FFF2-40B4-BE49-F238E27FC236}">
                  <a16:creationId xmlns:a16="http://schemas.microsoft.com/office/drawing/2014/main" id="{699B9C66-06A4-5048-EA23-10BBDC8F9F7D}"/>
                </a:ext>
              </a:extLst>
            </p:cNvPr>
            <p:cNvSpPr txBox="1"/>
            <p:nvPr/>
          </p:nvSpPr>
          <p:spPr>
            <a:xfrm>
              <a:off x="7906917" y="-426417"/>
              <a:ext cx="779381" cy="27699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stretch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598" name="矩形 597">
              <a:extLst>
                <a:ext uri="{FF2B5EF4-FFF2-40B4-BE49-F238E27FC236}">
                  <a16:creationId xmlns:a16="http://schemas.microsoft.com/office/drawing/2014/main" id="{F3B6D3A0-11F1-084F-E181-A80B7B7B49CE}"/>
                </a:ext>
              </a:extLst>
            </p:cNvPr>
            <p:cNvSpPr/>
            <p:nvPr/>
          </p:nvSpPr>
          <p:spPr>
            <a:xfrm>
              <a:off x="9288677" y="-431512"/>
              <a:ext cx="1431806" cy="8196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9" name="矩形 598">
              <a:extLst>
                <a:ext uri="{FF2B5EF4-FFF2-40B4-BE49-F238E27FC236}">
                  <a16:creationId xmlns:a16="http://schemas.microsoft.com/office/drawing/2014/main" id="{66296B51-A385-D34E-DF4E-F880AD0AEC03}"/>
                </a:ext>
              </a:extLst>
            </p:cNvPr>
            <p:cNvSpPr/>
            <p:nvPr/>
          </p:nvSpPr>
          <p:spPr>
            <a:xfrm>
              <a:off x="9366327" y="-249266"/>
              <a:ext cx="281890" cy="48496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00" name="矩形 599">
              <a:extLst>
                <a:ext uri="{FF2B5EF4-FFF2-40B4-BE49-F238E27FC236}">
                  <a16:creationId xmlns:a16="http://schemas.microsoft.com/office/drawing/2014/main" id="{2ED44545-1BBB-73FB-03E3-68D4E1F48332}"/>
                </a:ext>
              </a:extLst>
            </p:cNvPr>
            <p:cNvSpPr/>
            <p:nvPr/>
          </p:nvSpPr>
          <p:spPr>
            <a:xfrm>
              <a:off x="9693615" y="-356224"/>
              <a:ext cx="281890" cy="6690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01" name="矩形 600">
              <a:extLst>
                <a:ext uri="{FF2B5EF4-FFF2-40B4-BE49-F238E27FC236}">
                  <a16:creationId xmlns:a16="http://schemas.microsoft.com/office/drawing/2014/main" id="{BA48F766-17E0-9EA4-464A-BB5A82B4DF18}"/>
                </a:ext>
              </a:extLst>
            </p:cNvPr>
            <p:cNvSpPr/>
            <p:nvPr/>
          </p:nvSpPr>
          <p:spPr>
            <a:xfrm>
              <a:off x="10020873" y="-352509"/>
              <a:ext cx="281890" cy="669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02" name="矩形 601">
              <a:extLst>
                <a:ext uri="{FF2B5EF4-FFF2-40B4-BE49-F238E27FC236}">
                  <a16:creationId xmlns:a16="http://schemas.microsoft.com/office/drawing/2014/main" id="{4A5A3F87-135E-9AEB-9328-9432C33CDA57}"/>
                </a:ext>
              </a:extLst>
            </p:cNvPr>
            <p:cNvSpPr/>
            <p:nvPr/>
          </p:nvSpPr>
          <p:spPr>
            <a:xfrm>
              <a:off x="10352893" y="-20811"/>
              <a:ext cx="281890" cy="33733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03" name="文字方塊 602">
              <a:extLst>
                <a:ext uri="{FF2B5EF4-FFF2-40B4-BE49-F238E27FC236}">
                  <a16:creationId xmlns:a16="http://schemas.microsoft.com/office/drawing/2014/main" id="{457EA091-6A14-1B74-14B5-300651AA7952}"/>
                </a:ext>
              </a:extLst>
            </p:cNvPr>
            <p:cNvSpPr txBox="1"/>
            <p:nvPr/>
          </p:nvSpPr>
          <p:spPr>
            <a:xfrm>
              <a:off x="7906917" y="573363"/>
              <a:ext cx="864339" cy="27699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</a:rPr>
                <a:t>baseline</a:t>
              </a:r>
              <a:endParaRPr lang="zh-TW" altLang="en-US" sz="1200" dirty="0">
                <a:latin typeface="Consolas" panose="020B0609020204030204" pitchFamily="49" charset="0"/>
              </a:endParaRPr>
            </a:p>
          </p:txBody>
        </p:sp>
        <p:sp>
          <p:nvSpPr>
            <p:cNvPr id="604" name="矩形 603">
              <a:extLst>
                <a:ext uri="{FF2B5EF4-FFF2-40B4-BE49-F238E27FC236}">
                  <a16:creationId xmlns:a16="http://schemas.microsoft.com/office/drawing/2014/main" id="{2EA1CDA8-49B6-8299-A809-46DC33CFF687}"/>
                </a:ext>
              </a:extLst>
            </p:cNvPr>
            <p:cNvSpPr/>
            <p:nvPr/>
          </p:nvSpPr>
          <p:spPr>
            <a:xfrm>
              <a:off x="9288677" y="568268"/>
              <a:ext cx="1431806" cy="8196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5" name="矩形 604">
              <a:extLst>
                <a:ext uri="{FF2B5EF4-FFF2-40B4-BE49-F238E27FC236}">
                  <a16:creationId xmlns:a16="http://schemas.microsoft.com/office/drawing/2014/main" id="{3258976D-F733-A833-7817-8B034AE746A0}"/>
                </a:ext>
              </a:extLst>
            </p:cNvPr>
            <p:cNvSpPr/>
            <p:nvPr/>
          </p:nvSpPr>
          <p:spPr>
            <a:xfrm>
              <a:off x="9366327" y="739304"/>
              <a:ext cx="281890" cy="48496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06" name="矩形 605">
              <a:extLst>
                <a:ext uri="{FF2B5EF4-FFF2-40B4-BE49-F238E27FC236}">
                  <a16:creationId xmlns:a16="http://schemas.microsoft.com/office/drawing/2014/main" id="{294853E3-E0CC-C096-8131-5ED20C8583F9}"/>
                </a:ext>
              </a:extLst>
            </p:cNvPr>
            <p:cNvSpPr/>
            <p:nvPr/>
          </p:nvSpPr>
          <p:spPr>
            <a:xfrm>
              <a:off x="9693615" y="647271"/>
              <a:ext cx="281890" cy="23652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07" name="矩形 606">
              <a:extLst>
                <a:ext uri="{FF2B5EF4-FFF2-40B4-BE49-F238E27FC236}">
                  <a16:creationId xmlns:a16="http://schemas.microsoft.com/office/drawing/2014/main" id="{BA2B9BB5-B8C5-DE21-B144-841FB43ABE3E}"/>
                </a:ext>
              </a:extLst>
            </p:cNvPr>
            <p:cNvSpPr/>
            <p:nvPr/>
          </p:nvSpPr>
          <p:spPr>
            <a:xfrm>
              <a:off x="10020873" y="647271"/>
              <a:ext cx="281890" cy="669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08" name="矩形 607">
              <a:extLst>
                <a:ext uri="{FF2B5EF4-FFF2-40B4-BE49-F238E27FC236}">
                  <a16:creationId xmlns:a16="http://schemas.microsoft.com/office/drawing/2014/main" id="{29BA656C-9555-F5AC-5E5B-810257AD3189}"/>
                </a:ext>
              </a:extLst>
            </p:cNvPr>
            <p:cNvSpPr/>
            <p:nvPr/>
          </p:nvSpPr>
          <p:spPr>
            <a:xfrm>
              <a:off x="10352893" y="813120"/>
              <a:ext cx="281890" cy="33733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09" name="矩形 608">
              <a:extLst>
                <a:ext uri="{FF2B5EF4-FFF2-40B4-BE49-F238E27FC236}">
                  <a16:creationId xmlns:a16="http://schemas.microsoft.com/office/drawing/2014/main" id="{4026AD22-7D58-DD86-4D9F-F668D7F4CCCC}"/>
                </a:ext>
              </a:extLst>
            </p:cNvPr>
            <p:cNvSpPr/>
            <p:nvPr/>
          </p:nvSpPr>
          <p:spPr>
            <a:xfrm>
              <a:off x="10018189" y="-1356868"/>
              <a:ext cx="281890" cy="669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0" name="矩形 609">
              <a:extLst>
                <a:ext uri="{FF2B5EF4-FFF2-40B4-BE49-F238E27FC236}">
                  <a16:creationId xmlns:a16="http://schemas.microsoft.com/office/drawing/2014/main" id="{F78B1124-9658-6D1F-B07D-4D38AA4216E9}"/>
                </a:ext>
              </a:extLst>
            </p:cNvPr>
            <p:cNvSpPr/>
            <p:nvPr/>
          </p:nvSpPr>
          <p:spPr>
            <a:xfrm>
              <a:off x="9363643" y="-1213926"/>
              <a:ext cx="281890" cy="38371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1" name="矩形 610">
              <a:extLst>
                <a:ext uri="{FF2B5EF4-FFF2-40B4-BE49-F238E27FC236}">
                  <a16:creationId xmlns:a16="http://schemas.microsoft.com/office/drawing/2014/main" id="{0D0A1666-3A16-505A-20AB-9C31C029C483}"/>
                </a:ext>
              </a:extLst>
            </p:cNvPr>
            <p:cNvSpPr/>
            <p:nvPr/>
          </p:nvSpPr>
          <p:spPr>
            <a:xfrm>
              <a:off x="9690931" y="-1111441"/>
              <a:ext cx="281890" cy="17874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2" name="矩形 611">
              <a:extLst>
                <a:ext uri="{FF2B5EF4-FFF2-40B4-BE49-F238E27FC236}">
                  <a16:creationId xmlns:a16="http://schemas.microsoft.com/office/drawing/2014/main" id="{210ED166-5E41-EBED-E62E-E56474E2E0B5}"/>
                </a:ext>
              </a:extLst>
            </p:cNvPr>
            <p:cNvSpPr/>
            <p:nvPr/>
          </p:nvSpPr>
          <p:spPr>
            <a:xfrm>
              <a:off x="10350209" y="-1356868"/>
              <a:ext cx="281890" cy="6696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3" name="文字方塊 612">
              <a:extLst>
                <a:ext uri="{FF2B5EF4-FFF2-40B4-BE49-F238E27FC236}">
                  <a16:creationId xmlns:a16="http://schemas.microsoft.com/office/drawing/2014/main" id="{05BC1F2A-A639-86B6-6767-CD5982DB164B}"/>
                </a:ext>
              </a:extLst>
            </p:cNvPr>
            <p:cNvSpPr txBox="1"/>
            <p:nvPr/>
          </p:nvSpPr>
          <p:spPr>
            <a:xfrm>
              <a:off x="9657702" y="596969"/>
              <a:ext cx="351378" cy="21544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TW" sz="800" dirty="0">
                  <a:solidFill>
                    <a:schemeClr val="bg1"/>
                  </a:solidFill>
                </a:rPr>
                <a:t>text</a:t>
              </a:r>
              <a:endParaRPr lang="zh-TW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614" name="直線接點 613">
              <a:extLst>
                <a:ext uri="{FF2B5EF4-FFF2-40B4-BE49-F238E27FC236}">
                  <a16:creationId xmlns:a16="http://schemas.microsoft.com/office/drawing/2014/main" id="{3DD04C16-9CCB-2451-23C6-16306616F4CE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1" y="752981"/>
              <a:ext cx="173355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5" name="群組 614">
              <a:extLst>
                <a:ext uri="{FF2B5EF4-FFF2-40B4-BE49-F238E27FC236}">
                  <a16:creationId xmlns:a16="http://schemas.microsoft.com/office/drawing/2014/main" id="{289871E9-4B01-2F1A-D47D-A474B053938A}"/>
                </a:ext>
              </a:extLst>
            </p:cNvPr>
            <p:cNvGrpSpPr/>
            <p:nvPr/>
          </p:nvGrpSpPr>
          <p:grpSpPr>
            <a:xfrm>
              <a:off x="1720483" y="1731207"/>
              <a:ext cx="9000000" cy="462573"/>
              <a:chOff x="1720482" y="548022"/>
              <a:chExt cx="9000000" cy="462573"/>
            </a:xfrm>
          </p:grpSpPr>
          <p:cxnSp>
            <p:nvCxnSpPr>
              <p:cNvPr id="616" name="直線接點 615">
                <a:extLst>
                  <a:ext uri="{FF2B5EF4-FFF2-40B4-BE49-F238E27FC236}">
                    <a16:creationId xmlns:a16="http://schemas.microsoft.com/office/drawing/2014/main" id="{80B75E56-657D-CF0C-4CF1-5AAD15D747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17" name="文字方塊 616">
                <a:extLst>
                  <a:ext uri="{FF2B5EF4-FFF2-40B4-BE49-F238E27FC236}">
                    <a16:creationId xmlns:a16="http://schemas.microsoft.com/office/drawing/2014/main" id="{BABA2138-69FE-A3D5-714B-2CC5A9C6E261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1034257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place-self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618" name="群組 617">
              <a:extLst>
                <a:ext uri="{FF2B5EF4-FFF2-40B4-BE49-F238E27FC236}">
                  <a16:creationId xmlns:a16="http://schemas.microsoft.com/office/drawing/2014/main" id="{1DD50759-1375-6300-448E-DF9038614209}"/>
                </a:ext>
              </a:extLst>
            </p:cNvPr>
            <p:cNvGrpSpPr/>
            <p:nvPr/>
          </p:nvGrpSpPr>
          <p:grpSpPr>
            <a:xfrm>
              <a:off x="1720483" y="2527890"/>
              <a:ext cx="9000000" cy="462573"/>
              <a:chOff x="1720482" y="548022"/>
              <a:chExt cx="9000000" cy="462573"/>
            </a:xfrm>
          </p:grpSpPr>
          <p:cxnSp>
            <p:nvCxnSpPr>
              <p:cNvPr id="619" name="直線接點 618">
                <a:extLst>
                  <a:ext uri="{FF2B5EF4-FFF2-40B4-BE49-F238E27FC236}">
                    <a16:creationId xmlns:a16="http://schemas.microsoft.com/office/drawing/2014/main" id="{3A35CA34-B417-EB3D-43B6-BCE150DFBC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0482" y="548022"/>
                <a:ext cx="9000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20" name="文字方塊 619">
                <a:extLst>
                  <a:ext uri="{FF2B5EF4-FFF2-40B4-BE49-F238E27FC236}">
                    <a16:creationId xmlns:a16="http://schemas.microsoft.com/office/drawing/2014/main" id="{B78BF359-A134-AE90-6049-F5C7F2A78558}"/>
                  </a:ext>
                </a:extLst>
              </p:cNvPr>
              <p:cNvSpPr txBox="1"/>
              <p:nvPr/>
            </p:nvSpPr>
            <p:spPr>
              <a:xfrm>
                <a:off x="1754089" y="733596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TW" sz="1200" dirty="0">
                    <a:latin typeface="Consolas" panose="020B0609020204030204" pitchFamily="49" charset="0"/>
                  </a:rPr>
                  <a:t>order</a:t>
                </a:r>
                <a:endParaRPr lang="zh-TW" altLang="en-US" sz="1200" dirty="0"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622" name="矩形 621">
              <a:extLst>
                <a:ext uri="{FF2B5EF4-FFF2-40B4-BE49-F238E27FC236}">
                  <a16:creationId xmlns:a16="http://schemas.microsoft.com/office/drawing/2014/main" id="{9F677F8C-2632-D15E-93E3-DF02A9513734}"/>
                </a:ext>
              </a:extLst>
            </p:cNvPr>
            <p:cNvSpPr/>
            <p:nvPr/>
          </p:nvSpPr>
          <p:spPr>
            <a:xfrm>
              <a:off x="5520699" y="2681972"/>
              <a:ext cx="1431806" cy="4398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3" name="矩形 622">
              <a:extLst>
                <a:ext uri="{FF2B5EF4-FFF2-40B4-BE49-F238E27FC236}">
                  <a16:creationId xmlns:a16="http://schemas.microsoft.com/office/drawing/2014/main" id="{89C2EE67-4404-9E3C-6237-89CD287EA8DB}"/>
                </a:ext>
              </a:extLst>
            </p:cNvPr>
            <p:cNvSpPr/>
            <p:nvPr/>
          </p:nvSpPr>
          <p:spPr>
            <a:xfrm>
              <a:off x="5598349" y="2760974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  <a:latin typeface="Consolas" panose="020B0609020204030204" pitchFamily="49" charset="0"/>
                  <a:ea typeface="Noto Sans HK" panose="020B0200000000000000" pitchFamily="34" charset="-120"/>
                </a:rPr>
                <a:t>1</a:t>
              </a:r>
              <a:endParaRPr lang="zh-TW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Noto Sans HK" panose="020B0200000000000000" pitchFamily="34" charset="-120"/>
              </a:endParaRPr>
            </a:p>
          </p:txBody>
        </p:sp>
        <p:sp>
          <p:nvSpPr>
            <p:cNvPr id="624" name="矩形 623">
              <a:extLst>
                <a:ext uri="{FF2B5EF4-FFF2-40B4-BE49-F238E27FC236}">
                  <a16:creationId xmlns:a16="http://schemas.microsoft.com/office/drawing/2014/main" id="{AE616338-EBEF-F816-803F-DD292D60F5C1}"/>
                </a:ext>
              </a:extLst>
            </p:cNvPr>
            <p:cNvSpPr/>
            <p:nvPr/>
          </p:nvSpPr>
          <p:spPr>
            <a:xfrm>
              <a:off x="5925637" y="2760974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  <a:latin typeface="Consolas" panose="020B0609020204030204" pitchFamily="49" charset="0"/>
                  <a:ea typeface="Noto Sans HK" panose="020B0200000000000000" pitchFamily="34" charset="-120"/>
                </a:rPr>
                <a:t>2</a:t>
              </a:r>
              <a:endParaRPr lang="zh-TW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Noto Sans HK" panose="020B0200000000000000" pitchFamily="34" charset="-120"/>
              </a:endParaRPr>
            </a:p>
          </p:txBody>
        </p:sp>
        <p:sp>
          <p:nvSpPr>
            <p:cNvPr id="625" name="矩形 624">
              <a:extLst>
                <a:ext uri="{FF2B5EF4-FFF2-40B4-BE49-F238E27FC236}">
                  <a16:creationId xmlns:a16="http://schemas.microsoft.com/office/drawing/2014/main" id="{4BED3456-033C-1E74-7BC1-D1258670CF54}"/>
                </a:ext>
              </a:extLst>
            </p:cNvPr>
            <p:cNvSpPr/>
            <p:nvPr/>
          </p:nvSpPr>
          <p:spPr>
            <a:xfrm>
              <a:off x="6252895" y="2760974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  <a:latin typeface="Consolas" panose="020B0609020204030204" pitchFamily="49" charset="0"/>
                  <a:ea typeface="Noto Sans HK" panose="020B0200000000000000" pitchFamily="34" charset="-120"/>
                </a:rPr>
                <a:t>2</a:t>
              </a:r>
              <a:endParaRPr lang="zh-TW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Noto Sans HK" panose="020B0200000000000000" pitchFamily="34" charset="-120"/>
              </a:endParaRPr>
            </a:p>
          </p:txBody>
        </p:sp>
        <p:sp>
          <p:nvSpPr>
            <p:cNvPr id="626" name="矩形 625">
              <a:extLst>
                <a:ext uri="{FF2B5EF4-FFF2-40B4-BE49-F238E27FC236}">
                  <a16:creationId xmlns:a16="http://schemas.microsoft.com/office/drawing/2014/main" id="{71661F09-9465-E0D9-A4AD-339413C7BA5B}"/>
                </a:ext>
              </a:extLst>
            </p:cNvPr>
            <p:cNvSpPr/>
            <p:nvPr/>
          </p:nvSpPr>
          <p:spPr>
            <a:xfrm>
              <a:off x="6584915" y="2760974"/>
              <a:ext cx="281890" cy="28189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  <a:latin typeface="Consolas" panose="020B0609020204030204" pitchFamily="49" charset="0"/>
                  <a:ea typeface="Noto Sans HK" panose="020B0200000000000000" pitchFamily="34" charset="-120"/>
                </a:rPr>
                <a:t>7</a:t>
              </a:r>
              <a:endParaRPr lang="zh-TW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Noto Sans HK" panose="020B0200000000000000" pitchFamily="34" charset="-120"/>
              </a:endParaRPr>
            </a:p>
          </p:txBody>
        </p:sp>
        <p:sp>
          <p:nvSpPr>
            <p:cNvPr id="637" name="文字方塊 636">
              <a:extLst>
                <a:ext uri="{FF2B5EF4-FFF2-40B4-BE49-F238E27FC236}">
                  <a16:creationId xmlns:a16="http://schemas.microsoft.com/office/drawing/2014/main" id="{52FE41B1-79D2-69BB-BDCA-1F3635746D07}"/>
                </a:ext>
              </a:extLst>
            </p:cNvPr>
            <p:cNvSpPr txBox="1"/>
            <p:nvPr/>
          </p:nvSpPr>
          <p:spPr>
            <a:xfrm>
              <a:off x="1720483" y="-7342596"/>
              <a:ext cx="210209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設定「成長因子」的整數值</a:t>
              </a:r>
              <a:endParaRPr lang="en-US" altLang="zh-TW" sz="12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決定項目在主軸方向成長多少來填滿未使用的空間</a:t>
              </a:r>
            </a:p>
          </p:txBody>
        </p:sp>
        <p:sp>
          <p:nvSpPr>
            <p:cNvPr id="638" name="文字方塊 637">
              <a:extLst>
                <a:ext uri="{FF2B5EF4-FFF2-40B4-BE49-F238E27FC236}">
                  <a16:creationId xmlns:a16="http://schemas.microsoft.com/office/drawing/2014/main" id="{9507AB24-3525-A909-6464-F12FACF33E0A}"/>
                </a:ext>
              </a:extLst>
            </p:cNvPr>
            <p:cNvSpPr txBox="1"/>
            <p:nvPr/>
          </p:nvSpPr>
          <p:spPr>
            <a:xfrm>
              <a:off x="1720483" y="-5658554"/>
              <a:ext cx="210209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設定「收縮因子」的整數值</a:t>
              </a:r>
              <a:endParaRPr lang="en-US" altLang="zh-TW" sz="12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決定項目在主軸方向上需要時要縮小到什麼程度，來避免超出容器範圍</a:t>
              </a:r>
              <a:endParaRPr lang="en-US" altLang="zh-TW" sz="12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不過如果容器有開啟彈性換行，這個設定就會被忽略。</a:t>
              </a:r>
            </a:p>
          </p:txBody>
        </p:sp>
        <p:sp>
          <p:nvSpPr>
            <p:cNvPr id="639" name="文字方塊 638">
              <a:extLst>
                <a:ext uri="{FF2B5EF4-FFF2-40B4-BE49-F238E27FC236}">
                  <a16:creationId xmlns:a16="http://schemas.microsoft.com/office/drawing/2014/main" id="{E828CB81-32B8-ECE4-4110-E5A76DAC7CF6}"/>
                </a:ext>
              </a:extLst>
            </p:cNvPr>
            <p:cNvSpPr txBox="1"/>
            <p:nvPr/>
          </p:nvSpPr>
          <p:spPr>
            <a:xfrm>
              <a:off x="4138938" y="-3558326"/>
              <a:ext cx="6298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長度或百分比</a:t>
              </a:r>
              <a:endParaRPr lang="zh-TW" altLang="en-US" sz="12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640" name="文字方塊 639">
              <a:extLst>
                <a:ext uri="{FF2B5EF4-FFF2-40B4-BE49-F238E27FC236}">
                  <a16:creationId xmlns:a16="http://schemas.microsoft.com/office/drawing/2014/main" id="{87F51136-2868-0A28-9E96-AFFAB509A22E}"/>
                </a:ext>
              </a:extLst>
            </p:cNvPr>
            <p:cNvSpPr txBox="1"/>
            <p:nvPr/>
          </p:nvSpPr>
          <p:spPr>
            <a:xfrm>
              <a:off x="1720483" y="-3217050"/>
              <a:ext cx="21020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在套用 </a:t>
              </a:r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flex-grow 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或 </a:t>
              </a:r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flex-shrink 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之前的原始大小</a:t>
              </a:r>
            </a:p>
          </p:txBody>
        </p:sp>
        <p:sp>
          <p:nvSpPr>
            <p:cNvPr id="641" name="文字方塊 640">
              <a:extLst>
                <a:ext uri="{FF2B5EF4-FFF2-40B4-BE49-F238E27FC236}">
                  <a16:creationId xmlns:a16="http://schemas.microsoft.com/office/drawing/2014/main" id="{BAA27155-A150-DA06-37DA-9DEB9BFE587E}"/>
                </a:ext>
              </a:extLst>
            </p:cNvPr>
            <p:cNvSpPr txBox="1"/>
            <p:nvPr/>
          </p:nvSpPr>
          <p:spPr>
            <a:xfrm>
              <a:off x="4138938" y="-2089227"/>
              <a:ext cx="6298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&lt;flex-grow&gt; &lt;flex-shrink&gt; &lt;flex-basis&gt;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 </a:t>
              </a:r>
              <a:r>
                <a:rPr lang="zh-TW" altLang="en-US" sz="12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的簡寫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形式</a:t>
              </a:r>
              <a:endParaRPr lang="zh-TW" altLang="en-US" sz="12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642" name="文字方塊 641">
              <a:extLst>
                <a:ext uri="{FF2B5EF4-FFF2-40B4-BE49-F238E27FC236}">
                  <a16:creationId xmlns:a16="http://schemas.microsoft.com/office/drawing/2014/main" id="{7859EA03-0771-24CE-D6C9-C696EAAD1925}"/>
                </a:ext>
              </a:extLst>
            </p:cNvPr>
            <p:cNvSpPr txBox="1"/>
            <p:nvPr/>
          </p:nvSpPr>
          <p:spPr>
            <a:xfrm>
              <a:off x="1720483" y="-1096662"/>
              <a:ext cx="210209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控制項目在交叉軸上的對齊方式</a:t>
              </a:r>
              <a:endParaRPr lang="en-US" altLang="zh-TW" sz="1200" dirty="0">
                <a:latin typeface="Consolas" panose="020B0609020204030204" pitchFamily="49" charset="0"/>
                <a:ea typeface="Noto Sans TC" panose="020B0200000000000000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覆蓋容器中特定項目的 </a:t>
              </a:r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align-items 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值</a:t>
              </a:r>
              <a:endParaRPr lang="en-US" altLang="zh-TW" sz="1200" dirty="0">
                <a:latin typeface="Consolas" panose="020B0609020204030204" pitchFamily="49" charset="0"/>
                <a:ea typeface="Noto Sans TC" panose="020B0200000000000000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如果項目在交叉軸上設定了 </a:t>
              </a:r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margin: auto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，則忽略</a:t>
              </a:r>
            </a:p>
          </p:txBody>
        </p:sp>
        <p:sp>
          <p:nvSpPr>
            <p:cNvPr id="643" name="文字方塊 642">
              <a:extLst>
                <a:ext uri="{FF2B5EF4-FFF2-40B4-BE49-F238E27FC236}">
                  <a16:creationId xmlns:a16="http://schemas.microsoft.com/office/drawing/2014/main" id="{B10FA123-7089-A113-FBD1-F815D6844907}"/>
                </a:ext>
              </a:extLst>
            </p:cNvPr>
            <p:cNvSpPr txBox="1"/>
            <p:nvPr/>
          </p:nvSpPr>
          <p:spPr>
            <a:xfrm>
              <a:off x="4138938" y="1916780"/>
              <a:ext cx="6298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&lt;align-self&gt; &lt;justify-self&gt; 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的簡寫形式。</a:t>
              </a:r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justify-self 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僅在 </a:t>
              </a:r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grid 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中使用，在 </a:t>
              </a:r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flexbox 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被忽略。</a:t>
              </a:r>
              <a:endParaRPr lang="zh-TW" altLang="en-US" sz="12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644" name="文字方塊 643">
              <a:extLst>
                <a:ext uri="{FF2B5EF4-FFF2-40B4-BE49-F238E27FC236}">
                  <a16:creationId xmlns:a16="http://schemas.microsoft.com/office/drawing/2014/main" id="{370FB459-2A1F-F641-78E2-B739617E6927}"/>
                </a:ext>
              </a:extLst>
            </p:cNvPr>
            <p:cNvSpPr txBox="1"/>
            <p:nvPr/>
          </p:nvSpPr>
          <p:spPr>
            <a:xfrm>
              <a:off x="1720483" y="3050872"/>
              <a:ext cx="21020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一個整數，將彈性項目移動到其兄弟元素之間的特定位置，忽略來自 </a:t>
              </a:r>
              <a:r>
                <a:rPr lang="en-US" altLang="zh-TW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HTML </a:t>
              </a:r>
              <a:r>
                <a:rPr lang="zh-TW" altLang="en-US" sz="1200" dirty="0">
                  <a:latin typeface="Consolas" panose="020B0609020204030204" pitchFamily="49" charset="0"/>
                  <a:ea typeface="Noto Sans TC" panose="020B0200000000000000" pitchFamily="34" charset="-120"/>
                </a:rPr>
                <a:t>順序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2152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41E24D3D-12B5-6060-441C-6A193876CACB}"/>
              </a:ext>
            </a:extLst>
          </p:cNvPr>
          <p:cNvSpPr/>
          <p:nvPr/>
        </p:nvSpPr>
        <p:spPr>
          <a:xfrm>
            <a:off x="1581150" y="3249612"/>
            <a:ext cx="7772400" cy="1941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337C0AC0-A73D-8594-0444-F2AA621C94DC}"/>
              </a:ext>
            </a:extLst>
          </p:cNvPr>
          <p:cNvGrpSpPr/>
          <p:nvPr/>
        </p:nvGrpSpPr>
        <p:grpSpPr>
          <a:xfrm>
            <a:off x="1581150" y="368300"/>
            <a:ext cx="6515100" cy="2881313"/>
            <a:chOff x="1581150" y="368300"/>
            <a:chExt cx="6515100" cy="288131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837E61-D91A-F0AF-0260-4F5C1760A729}"/>
                </a:ext>
              </a:extLst>
            </p:cNvPr>
            <p:cNvSpPr/>
            <p:nvPr/>
          </p:nvSpPr>
          <p:spPr>
            <a:xfrm>
              <a:off x="1581150" y="368300"/>
              <a:ext cx="6515100" cy="2881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1CAF432D-917C-280F-5843-60A997E4413C}"/>
                </a:ext>
              </a:extLst>
            </p:cNvPr>
            <p:cNvSpPr/>
            <p:nvPr/>
          </p:nvSpPr>
          <p:spPr>
            <a:xfrm>
              <a:off x="1774825" y="549275"/>
              <a:ext cx="1081089" cy="719139"/>
            </a:xfrm>
            <a:prstGeom prst="roundRect">
              <a:avLst>
                <a:gd name="adj" fmla="val 10044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/>
                <a:t>1</a:t>
              </a:r>
              <a:endParaRPr lang="zh-TW" altLang="en-US" dirty="0"/>
            </a:p>
          </p:txBody>
        </p: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E045CA6A-0436-A0D2-0E76-1C9E69AD1938}"/>
                </a:ext>
              </a:extLst>
            </p:cNvPr>
            <p:cNvSpPr/>
            <p:nvPr/>
          </p:nvSpPr>
          <p:spPr>
            <a:xfrm>
              <a:off x="3035300" y="549275"/>
              <a:ext cx="1081089" cy="719139"/>
            </a:xfrm>
            <a:prstGeom prst="roundRect">
              <a:avLst>
                <a:gd name="adj" fmla="val 10044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C374801B-D4E9-9687-BD96-3FC58AD89509}"/>
                </a:ext>
              </a:extLst>
            </p:cNvPr>
            <p:cNvSpPr/>
            <p:nvPr/>
          </p:nvSpPr>
          <p:spPr>
            <a:xfrm>
              <a:off x="4295775" y="549275"/>
              <a:ext cx="1081089" cy="719139"/>
            </a:xfrm>
            <a:prstGeom prst="roundRect">
              <a:avLst>
                <a:gd name="adj" fmla="val 10044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/>
                <a:t>3</a:t>
              </a:r>
              <a:endParaRPr lang="zh-TW" altLang="en-US" dirty="0"/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5EFD35DD-A951-1EDB-92A6-6D5CADAFD4A6}"/>
                </a:ext>
              </a:extLst>
            </p:cNvPr>
            <p:cNvSpPr/>
            <p:nvPr/>
          </p:nvSpPr>
          <p:spPr>
            <a:xfrm>
              <a:off x="5556250" y="549275"/>
              <a:ext cx="2341564" cy="1619252"/>
            </a:xfrm>
            <a:prstGeom prst="roundRect">
              <a:avLst>
                <a:gd name="adj" fmla="val 4358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/>
                <a:t>4</a:t>
              </a:r>
              <a:endParaRPr lang="zh-TW" altLang="en-US" dirty="0"/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95AEF367-EB17-1D6B-55A1-6F17CAAE11D3}"/>
                </a:ext>
              </a:extLst>
            </p:cNvPr>
            <p:cNvSpPr/>
            <p:nvPr/>
          </p:nvSpPr>
          <p:spPr>
            <a:xfrm>
              <a:off x="1774825" y="1449388"/>
              <a:ext cx="1081089" cy="719139"/>
            </a:xfrm>
            <a:prstGeom prst="roundRect">
              <a:avLst>
                <a:gd name="adj" fmla="val 10044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/>
                <a:t>5</a:t>
              </a:r>
              <a:endParaRPr lang="zh-TW" altLang="en-US" dirty="0"/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D3179E7F-5AAD-D0D9-7C18-269C5DDD0129}"/>
                </a:ext>
              </a:extLst>
            </p:cNvPr>
            <p:cNvSpPr/>
            <p:nvPr/>
          </p:nvSpPr>
          <p:spPr>
            <a:xfrm>
              <a:off x="3035300" y="1449388"/>
              <a:ext cx="2339976" cy="1619251"/>
            </a:xfrm>
            <a:prstGeom prst="roundRect">
              <a:avLst>
                <a:gd name="adj" fmla="val 4554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/>
                <a:t>6</a:t>
              </a:r>
              <a:endParaRPr lang="zh-TW" altLang="en-US" dirty="0"/>
            </a:p>
          </p:txBody>
        </p:sp>
        <p:sp>
          <p:nvSpPr>
            <p:cNvPr id="15" name="矩形: 圓角 14">
              <a:extLst>
                <a:ext uri="{FF2B5EF4-FFF2-40B4-BE49-F238E27FC236}">
                  <a16:creationId xmlns:a16="http://schemas.microsoft.com/office/drawing/2014/main" id="{B15244AD-1C37-4849-A4CD-934DEB229EC8}"/>
                </a:ext>
              </a:extLst>
            </p:cNvPr>
            <p:cNvSpPr/>
            <p:nvPr/>
          </p:nvSpPr>
          <p:spPr>
            <a:xfrm>
              <a:off x="1774825" y="2349500"/>
              <a:ext cx="1081089" cy="719139"/>
            </a:xfrm>
            <a:prstGeom prst="roundRect">
              <a:avLst>
                <a:gd name="adj" fmla="val 10044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/>
                <a:t>7</a:t>
              </a:r>
              <a:endParaRPr lang="zh-TW" altLang="en-US" dirty="0"/>
            </a:p>
          </p:txBody>
        </p:sp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37597CD5-DF34-D3DE-5F25-900A36B4289E}"/>
                </a:ext>
              </a:extLst>
            </p:cNvPr>
            <p:cNvSpPr/>
            <p:nvPr/>
          </p:nvSpPr>
          <p:spPr>
            <a:xfrm>
              <a:off x="5556250" y="2349500"/>
              <a:ext cx="1081089" cy="719139"/>
            </a:xfrm>
            <a:prstGeom prst="roundRect">
              <a:avLst>
                <a:gd name="adj" fmla="val 10044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/>
                <a:t>8</a:t>
              </a:r>
              <a:endParaRPr lang="zh-TW" altLang="en-US" dirty="0"/>
            </a:p>
          </p:txBody>
        </p:sp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7CAA3EAE-362A-1A21-5CA5-A2138F45554F}"/>
                </a:ext>
              </a:extLst>
            </p:cNvPr>
            <p:cNvSpPr/>
            <p:nvPr/>
          </p:nvSpPr>
          <p:spPr>
            <a:xfrm>
              <a:off x="6816725" y="2349500"/>
              <a:ext cx="1081089" cy="719139"/>
            </a:xfrm>
            <a:prstGeom prst="roundRect">
              <a:avLst>
                <a:gd name="adj" fmla="val 10044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/>
                <a:t>9</a:t>
              </a:r>
              <a:endParaRPr lang="zh-TW" altLang="en-US" dirty="0"/>
            </a:p>
          </p:txBody>
        </p:sp>
      </p:grp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DCBC876A-BB67-3854-1568-A9ADE3A6D641}"/>
              </a:ext>
            </a:extLst>
          </p:cNvPr>
          <p:cNvSpPr/>
          <p:nvPr/>
        </p:nvSpPr>
        <p:spPr>
          <a:xfrm>
            <a:off x="1776413" y="3429792"/>
            <a:ext cx="2339976" cy="719139"/>
          </a:xfrm>
          <a:prstGeom prst="roundRect">
            <a:avLst>
              <a:gd name="adj" fmla="val 10044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2FDBFC9E-B96F-47E0-E6D4-74560BF61D60}"/>
              </a:ext>
            </a:extLst>
          </p:cNvPr>
          <p:cNvSpPr/>
          <p:nvPr/>
        </p:nvSpPr>
        <p:spPr>
          <a:xfrm>
            <a:off x="4298951" y="3429792"/>
            <a:ext cx="2339976" cy="719139"/>
          </a:xfrm>
          <a:prstGeom prst="roundRect">
            <a:avLst>
              <a:gd name="adj" fmla="val 10044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9012BDE4-D3EE-460F-D4D1-32F3EA68D272}"/>
              </a:ext>
            </a:extLst>
          </p:cNvPr>
          <p:cNvSpPr/>
          <p:nvPr/>
        </p:nvSpPr>
        <p:spPr>
          <a:xfrm>
            <a:off x="6818313" y="3429792"/>
            <a:ext cx="2339976" cy="719139"/>
          </a:xfrm>
          <a:prstGeom prst="roundRect">
            <a:avLst>
              <a:gd name="adj" fmla="val 10044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B0E84285-6F81-8CC8-F43E-6CAF174B6B27}"/>
              </a:ext>
            </a:extLst>
          </p:cNvPr>
          <p:cNvSpPr/>
          <p:nvPr/>
        </p:nvSpPr>
        <p:spPr>
          <a:xfrm>
            <a:off x="1776413" y="4329904"/>
            <a:ext cx="2339976" cy="719139"/>
          </a:xfrm>
          <a:prstGeom prst="roundRect">
            <a:avLst>
              <a:gd name="adj" fmla="val 10044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E4C8525A-0263-1132-8831-E793C59CB4B2}"/>
              </a:ext>
            </a:extLst>
          </p:cNvPr>
          <p:cNvSpPr/>
          <p:nvPr/>
        </p:nvSpPr>
        <p:spPr>
          <a:xfrm>
            <a:off x="4298951" y="4329904"/>
            <a:ext cx="2339976" cy="719139"/>
          </a:xfrm>
          <a:prstGeom prst="roundRect">
            <a:avLst>
              <a:gd name="adj" fmla="val 10044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4ECBEE08-8293-AEE4-EF58-2CFFC4CDC74F}"/>
              </a:ext>
            </a:extLst>
          </p:cNvPr>
          <p:cNvSpPr/>
          <p:nvPr/>
        </p:nvSpPr>
        <p:spPr>
          <a:xfrm>
            <a:off x="6818313" y="4329904"/>
            <a:ext cx="2339976" cy="719139"/>
          </a:xfrm>
          <a:prstGeom prst="roundRect">
            <a:avLst>
              <a:gd name="adj" fmla="val 10044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f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859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群組 65">
            <a:extLst>
              <a:ext uri="{FF2B5EF4-FFF2-40B4-BE49-F238E27FC236}">
                <a16:creationId xmlns:a16="http://schemas.microsoft.com/office/drawing/2014/main" id="{60580DAF-D3E5-77D8-EC0D-22FC65435CB2}"/>
              </a:ext>
            </a:extLst>
          </p:cNvPr>
          <p:cNvGrpSpPr/>
          <p:nvPr/>
        </p:nvGrpSpPr>
        <p:grpSpPr>
          <a:xfrm>
            <a:off x="1416050" y="2349500"/>
            <a:ext cx="7019925" cy="2700338"/>
            <a:chOff x="1416050" y="2349500"/>
            <a:chExt cx="7019925" cy="2700338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D0F84984-96F8-B307-272C-A83DA66DE732}"/>
                </a:ext>
              </a:extLst>
            </p:cNvPr>
            <p:cNvSpPr/>
            <p:nvPr/>
          </p:nvSpPr>
          <p:spPr>
            <a:xfrm>
              <a:off x="1416050" y="2349500"/>
              <a:ext cx="7019925" cy="27003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1894F05F-70DE-CEB2-4000-5D8DCB2FDD84}"/>
                </a:ext>
              </a:extLst>
            </p:cNvPr>
            <p:cNvGrpSpPr/>
            <p:nvPr/>
          </p:nvGrpSpPr>
          <p:grpSpPr>
            <a:xfrm>
              <a:off x="1774825" y="2709862"/>
              <a:ext cx="6483350" cy="719138"/>
              <a:chOff x="1774825" y="2709862"/>
              <a:chExt cx="6483350" cy="719138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B625366-1457-8FC7-F399-2EB50675E2C7}"/>
                  </a:ext>
                </a:extLst>
              </p:cNvPr>
              <p:cNvSpPr/>
              <p:nvPr/>
            </p:nvSpPr>
            <p:spPr>
              <a:xfrm>
                <a:off x="1774825" y="2709862"/>
                <a:ext cx="1441450" cy="7191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2fr</a:t>
                </a:r>
                <a:endParaRPr lang="zh-TW" altLang="en-US" sz="14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CC109BA-1551-405A-F597-46D6AD075E32}"/>
                  </a:ext>
                </a:extLst>
              </p:cNvPr>
              <p:cNvSpPr/>
              <p:nvPr/>
            </p:nvSpPr>
            <p:spPr>
              <a:xfrm>
                <a:off x="3216275" y="2709862"/>
                <a:ext cx="720725" cy="7191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1fr</a:t>
                </a:r>
                <a:endParaRPr lang="zh-TW" altLang="en-US" sz="14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64FDC7E5-45A4-978D-9743-C81660C0ED59}"/>
                  </a:ext>
                </a:extLst>
              </p:cNvPr>
              <p:cNvSpPr/>
              <p:nvPr/>
            </p:nvSpPr>
            <p:spPr>
              <a:xfrm>
                <a:off x="3937000" y="2709862"/>
                <a:ext cx="1441450" cy="7191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2fr</a:t>
                </a:r>
                <a:endParaRPr lang="zh-TW" altLang="en-US" sz="14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75621EC5-C34B-CAE0-6F95-CEE0DF3F57ED}"/>
                  </a:ext>
                </a:extLst>
              </p:cNvPr>
              <p:cNvSpPr/>
              <p:nvPr/>
            </p:nvSpPr>
            <p:spPr>
              <a:xfrm>
                <a:off x="5378450" y="2709862"/>
                <a:ext cx="720725" cy="7191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1fr</a:t>
                </a:r>
                <a:endParaRPr lang="zh-TW" altLang="en-US" sz="14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9ACBA429-EFCC-31FE-94FB-07502E3CBFB0}"/>
                  </a:ext>
                </a:extLst>
              </p:cNvPr>
              <p:cNvSpPr/>
              <p:nvPr/>
            </p:nvSpPr>
            <p:spPr>
              <a:xfrm>
                <a:off x="6096000" y="2709862"/>
                <a:ext cx="1441450" cy="7191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2fr</a:t>
                </a:r>
                <a:endParaRPr lang="zh-TW" altLang="en-US" sz="14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40BDCC86-3534-BAD8-0908-03241A477EED}"/>
                  </a:ext>
                </a:extLst>
              </p:cNvPr>
              <p:cNvSpPr/>
              <p:nvPr/>
            </p:nvSpPr>
            <p:spPr>
              <a:xfrm>
                <a:off x="7537450" y="2709862"/>
                <a:ext cx="720725" cy="7191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1fr</a:t>
                </a:r>
                <a:endParaRPr lang="zh-TW" altLang="en-US" sz="14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512E8522-7874-CE90-46D2-26A7E0F77FDC}"/>
                </a:ext>
              </a:extLst>
            </p:cNvPr>
            <p:cNvSpPr txBox="1"/>
            <p:nvPr/>
          </p:nvSpPr>
          <p:spPr>
            <a:xfrm>
              <a:off x="1774825" y="2402085"/>
              <a:ext cx="43588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>
                  <a:latin typeface="Consolas" panose="020B0609020204030204" pitchFamily="49" charset="0"/>
                </a:rPr>
                <a:t>grid-template-columns: repeat(3, 2fr 1fr);</a:t>
              </a:r>
              <a:endParaRPr lang="zh-TW" altLang="en-US" sz="1400" dirty="0">
                <a:latin typeface="Consolas" panose="020B0609020204030204" pitchFamily="49" charset="0"/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EEEE7BAD-F7AE-49F9-9592-0C4968CCCA41}"/>
                </a:ext>
              </a:extLst>
            </p:cNvPr>
            <p:cNvSpPr txBox="1"/>
            <p:nvPr/>
          </p:nvSpPr>
          <p:spPr>
            <a:xfrm>
              <a:off x="1774825" y="3843534"/>
              <a:ext cx="47564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>
                  <a:latin typeface="Consolas" panose="020B0609020204030204" pitchFamily="49" charset="0"/>
                </a:rPr>
                <a:t>grid-template-columns: 1fr repeat(3, 3fr) 1fr;</a:t>
              </a:r>
              <a:endParaRPr lang="zh-TW" altLang="en-US" sz="1400" dirty="0">
                <a:latin typeface="Consolas" panose="020B0609020204030204" pitchFamily="49" charset="0"/>
              </a:endParaRPr>
            </a:p>
          </p:txBody>
        </p: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3E7697D2-0647-8008-0369-E565BA337C78}"/>
                </a:ext>
              </a:extLst>
            </p:cNvPr>
            <p:cNvGrpSpPr/>
            <p:nvPr/>
          </p:nvGrpSpPr>
          <p:grpSpPr>
            <a:xfrm>
              <a:off x="1774826" y="4151311"/>
              <a:ext cx="6483350" cy="719138"/>
              <a:chOff x="1774825" y="4151311"/>
              <a:chExt cx="7927973" cy="719138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A43AFEF1-EAD4-C9CE-F90D-3D8F6E8978EF}"/>
                  </a:ext>
                </a:extLst>
              </p:cNvPr>
              <p:cNvSpPr/>
              <p:nvPr/>
            </p:nvSpPr>
            <p:spPr>
              <a:xfrm>
                <a:off x="1774825" y="4151311"/>
                <a:ext cx="720725" cy="7191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1fr</a:t>
                </a:r>
                <a:endParaRPr lang="zh-TW" altLang="en-US" sz="14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258E8783-8BF1-3111-F0FD-C722D7E21F85}"/>
                  </a:ext>
                </a:extLst>
              </p:cNvPr>
              <p:cNvSpPr/>
              <p:nvPr/>
            </p:nvSpPr>
            <p:spPr>
              <a:xfrm>
                <a:off x="2495549" y="4151311"/>
                <a:ext cx="2162175" cy="7191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3fr</a:t>
                </a:r>
                <a:endParaRPr lang="zh-TW" altLang="en-US" sz="14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D38B080F-2798-800C-1284-23644FED9C97}"/>
                  </a:ext>
                </a:extLst>
              </p:cNvPr>
              <p:cNvSpPr/>
              <p:nvPr/>
            </p:nvSpPr>
            <p:spPr>
              <a:xfrm>
                <a:off x="8982073" y="4151311"/>
                <a:ext cx="720725" cy="7191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1fr</a:t>
                </a:r>
                <a:endParaRPr lang="zh-TW" altLang="en-US" sz="14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0C1CF434-D097-766A-A192-8B10145D0C6E}"/>
                  </a:ext>
                </a:extLst>
              </p:cNvPr>
              <p:cNvSpPr/>
              <p:nvPr/>
            </p:nvSpPr>
            <p:spPr>
              <a:xfrm>
                <a:off x="4657724" y="4151311"/>
                <a:ext cx="2162175" cy="7191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3fr</a:t>
                </a:r>
                <a:endParaRPr lang="zh-TW" altLang="en-US" sz="14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BE66FF8C-4B72-44D8-1419-BEE9CB57E76B}"/>
                  </a:ext>
                </a:extLst>
              </p:cNvPr>
              <p:cNvSpPr/>
              <p:nvPr/>
            </p:nvSpPr>
            <p:spPr>
              <a:xfrm>
                <a:off x="6819898" y="4151311"/>
                <a:ext cx="2162175" cy="7191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3fr</a:t>
                </a:r>
                <a:endParaRPr lang="zh-TW" altLang="en-US" sz="14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p:grpSp>
      </p:grpSp>
      <p:grpSp>
        <p:nvGrpSpPr>
          <p:cNvPr id="64" name="群組 63">
            <a:extLst>
              <a:ext uri="{FF2B5EF4-FFF2-40B4-BE49-F238E27FC236}">
                <a16:creationId xmlns:a16="http://schemas.microsoft.com/office/drawing/2014/main" id="{72FB8955-017D-45C6-348B-DDFAC53B242B}"/>
              </a:ext>
            </a:extLst>
          </p:cNvPr>
          <p:cNvGrpSpPr/>
          <p:nvPr/>
        </p:nvGrpSpPr>
        <p:grpSpPr>
          <a:xfrm>
            <a:off x="1595438" y="368300"/>
            <a:ext cx="9540875" cy="1981200"/>
            <a:chOff x="1595438" y="368300"/>
            <a:chExt cx="9540875" cy="1981200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0D7DC233-B10A-445D-93C3-3CA3A00240BD}"/>
                </a:ext>
              </a:extLst>
            </p:cNvPr>
            <p:cNvSpPr/>
            <p:nvPr/>
          </p:nvSpPr>
          <p:spPr>
            <a:xfrm>
              <a:off x="1595438" y="368300"/>
              <a:ext cx="9540875" cy="198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74B1B35-910B-DFF4-B65B-C27048FA2868}"/>
                </a:ext>
              </a:extLst>
            </p:cNvPr>
            <p:cNvSpPr/>
            <p:nvPr/>
          </p:nvSpPr>
          <p:spPr>
            <a:xfrm>
              <a:off x="1774825" y="1268413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F8D3BE4-CAD8-B9B6-4225-837E8743E92F}"/>
                </a:ext>
              </a:extLst>
            </p:cNvPr>
            <p:cNvSpPr/>
            <p:nvPr/>
          </p:nvSpPr>
          <p:spPr>
            <a:xfrm>
              <a:off x="2495550" y="1268413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EA0431D-C1BA-09A8-D7DD-3D8CF5B17479}"/>
                </a:ext>
              </a:extLst>
            </p:cNvPr>
            <p:cNvSpPr/>
            <p:nvPr/>
          </p:nvSpPr>
          <p:spPr>
            <a:xfrm>
              <a:off x="3216275" y="1268413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90194A5-E3AF-CB14-2973-D047D9EEE212}"/>
                </a:ext>
              </a:extLst>
            </p:cNvPr>
            <p:cNvSpPr/>
            <p:nvPr/>
          </p:nvSpPr>
          <p:spPr>
            <a:xfrm>
              <a:off x="4116388" y="549275"/>
              <a:ext cx="720725" cy="71913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9F32196-9CF8-65F7-F71D-9492120782A2}"/>
                </a:ext>
              </a:extLst>
            </p:cNvPr>
            <p:cNvSpPr/>
            <p:nvPr/>
          </p:nvSpPr>
          <p:spPr>
            <a:xfrm>
              <a:off x="4837113" y="549275"/>
              <a:ext cx="720725" cy="71913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660A1A4-03F1-3DDD-CF02-C9D7F4EA3E06}"/>
                </a:ext>
              </a:extLst>
            </p:cNvPr>
            <p:cNvSpPr/>
            <p:nvPr/>
          </p:nvSpPr>
          <p:spPr>
            <a:xfrm>
              <a:off x="5557838" y="549275"/>
              <a:ext cx="720725" cy="71913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5DD965A-2A51-42A4-F212-66F0C4C2B580}"/>
                </a:ext>
              </a:extLst>
            </p:cNvPr>
            <p:cNvSpPr/>
            <p:nvPr/>
          </p:nvSpPr>
          <p:spPr>
            <a:xfrm>
              <a:off x="4116388" y="1268413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006A0EA-DCE6-0D7E-F377-347A5E4A1633}"/>
                </a:ext>
              </a:extLst>
            </p:cNvPr>
            <p:cNvSpPr/>
            <p:nvPr/>
          </p:nvSpPr>
          <p:spPr>
            <a:xfrm>
              <a:off x="4837113" y="1268413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1626C3D-2C95-8906-CC02-F164158D69A6}"/>
                </a:ext>
              </a:extLst>
            </p:cNvPr>
            <p:cNvSpPr/>
            <p:nvPr/>
          </p:nvSpPr>
          <p:spPr>
            <a:xfrm>
              <a:off x="5557838" y="1268413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9A316C4-A9DE-4EB0-023D-BB129D653DE4}"/>
                </a:ext>
              </a:extLst>
            </p:cNvPr>
            <p:cNvSpPr/>
            <p:nvPr/>
          </p:nvSpPr>
          <p:spPr>
            <a:xfrm>
              <a:off x="6456363" y="549275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21F0276-AE95-45B5-C9A8-0983C1F37AFE}"/>
                </a:ext>
              </a:extLst>
            </p:cNvPr>
            <p:cNvSpPr/>
            <p:nvPr/>
          </p:nvSpPr>
          <p:spPr>
            <a:xfrm>
              <a:off x="7177088" y="549275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EE1FAC0-4869-17E4-CF83-35443D3E490A}"/>
                </a:ext>
              </a:extLst>
            </p:cNvPr>
            <p:cNvSpPr/>
            <p:nvPr/>
          </p:nvSpPr>
          <p:spPr>
            <a:xfrm>
              <a:off x="7897813" y="549275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F2C49C5-BB73-0AEA-7976-9F5ED876C14A}"/>
                </a:ext>
              </a:extLst>
            </p:cNvPr>
            <p:cNvSpPr/>
            <p:nvPr/>
          </p:nvSpPr>
          <p:spPr>
            <a:xfrm>
              <a:off x="6456363" y="1268413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9B0B347-D232-7CF4-F7CB-F5BFA45D435C}"/>
                </a:ext>
              </a:extLst>
            </p:cNvPr>
            <p:cNvSpPr/>
            <p:nvPr/>
          </p:nvSpPr>
          <p:spPr>
            <a:xfrm>
              <a:off x="7177088" y="1268413"/>
              <a:ext cx="720725" cy="71913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A5E98BF-2DB8-C606-04AD-D24D7304DCF9}"/>
                </a:ext>
              </a:extLst>
            </p:cNvPr>
            <p:cNvSpPr/>
            <p:nvPr/>
          </p:nvSpPr>
          <p:spPr>
            <a:xfrm>
              <a:off x="7897813" y="1268413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82F9476-49C8-7F45-55F5-F547DA98D731}"/>
                </a:ext>
              </a:extLst>
            </p:cNvPr>
            <p:cNvSpPr/>
            <p:nvPr/>
          </p:nvSpPr>
          <p:spPr>
            <a:xfrm>
              <a:off x="8797926" y="549275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5332049-0F55-048C-2335-B87F36CA7CCF}"/>
                </a:ext>
              </a:extLst>
            </p:cNvPr>
            <p:cNvSpPr/>
            <p:nvPr/>
          </p:nvSpPr>
          <p:spPr>
            <a:xfrm>
              <a:off x="9518651" y="549275"/>
              <a:ext cx="720725" cy="71913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BF44AE5-6B92-0F1E-C841-602D0B2330E8}"/>
                </a:ext>
              </a:extLst>
            </p:cNvPr>
            <p:cNvSpPr/>
            <p:nvPr/>
          </p:nvSpPr>
          <p:spPr>
            <a:xfrm>
              <a:off x="10239376" y="549275"/>
              <a:ext cx="720725" cy="71913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444E1F4-71B9-51FB-53A1-583E5C93122A}"/>
                </a:ext>
              </a:extLst>
            </p:cNvPr>
            <p:cNvSpPr/>
            <p:nvPr/>
          </p:nvSpPr>
          <p:spPr>
            <a:xfrm>
              <a:off x="8797926" y="1268413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7CC0D8A-A98D-80FE-CBD9-4B4CA34B71ED}"/>
                </a:ext>
              </a:extLst>
            </p:cNvPr>
            <p:cNvSpPr/>
            <p:nvPr/>
          </p:nvSpPr>
          <p:spPr>
            <a:xfrm>
              <a:off x="9518651" y="1268413"/>
              <a:ext cx="720725" cy="71913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37BAFB4-168F-B408-4B18-6B8F815F6744}"/>
                </a:ext>
              </a:extLst>
            </p:cNvPr>
            <p:cNvSpPr/>
            <p:nvPr/>
          </p:nvSpPr>
          <p:spPr>
            <a:xfrm>
              <a:off x="10239376" y="1268413"/>
              <a:ext cx="720725" cy="71913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4FFABE81-30B9-B577-4CFF-88304870B23F}"/>
                </a:ext>
              </a:extLst>
            </p:cNvPr>
            <p:cNvSpPr txBox="1"/>
            <p:nvPr/>
          </p:nvSpPr>
          <p:spPr>
            <a:xfrm>
              <a:off x="2438170" y="1987551"/>
              <a:ext cx="8354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/>
                <a:t>Grid line</a:t>
              </a:r>
              <a:endParaRPr lang="zh-TW" altLang="en-US" sz="1400" dirty="0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9C30D285-5EA7-1347-1437-8DA0786BFC91}"/>
                </a:ext>
              </a:extLst>
            </p:cNvPr>
            <p:cNvSpPr txBox="1"/>
            <p:nvPr/>
          </p:nvSpPr>
          <p:spPr>
            <a:xfrm>
              <a:off x="4729684" y="1987551"/>
              <a:ext cx="9423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/>
                <a:t>Grid track</a:t>
              </a:r>
              <a:endParaRPr lang="zh-TW" altLang="en-US" sz="1400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3B1EDD25-2924-D13C-D4F4-5711590CD193}"/>
                </a:ext>
              </a:extLst>
            </p:cNvPr>
            <p:cNvSpPr txBox="1"/>
            <p:nvPr/>
          </p:nvSpPr>
          <p:spPr>
            <a:xfrm>
              <a:off x="7120509" y="1987551"/>
              <a:ext cx="8338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/>
                <a:t>Grid cell</a:t>
              </a:r>
              <a:endParaRPr lang="zh-TW" altLang="en-US" sz="1400" dirty="0"/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5D9829BD-12E3-CB78-0B10-214E437AB16A}"/>
                </a:ext>
              </a:extLst>
            </p:cNvPr>
            <p:cNvSpPr txBox="1"/>
            <p:nvPr/>
          </p:nvSpPr>
          <p:spPr>
            <a:xfrm>
              <a:off x="9434185" y="1987551"/>
              <a:ext cx="8955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/>
                <a:t>Grid area</a:t>
              </a:r>
              <a:endParaRPr lang="zh-TW" altLang="en-US" sz="1400" dirty="0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680E835F-3372-017D-0ADC-1109E962CFED}"/>
                </a:ext>
              </a:extLst>
            </p:cNvPr>
            <p:cNvSpPr/>
            <p:nvPr/>
          </p:nvSpPr>
          <p:spPr>
            <a:xfrm>
              <a:off x="1774825" y="549275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58E4AEA2-656F-F890-B123-A08F31F8C9BF}"/>
                </a:ext>
              </a:extLst>
            </p:cNvPr>
            <p:cNvSpPr/>
            <p:nvPr/>
          </p:nvSpPr>
          <p:spPr>
            <a:xfrm>
              <a:off x="2495550" y="549275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20166EDD-3838-26D6-E3B9-0C1ADE24F8E8}"/>
                </a:ext>
              </a:extLst>
            </p:cNvPr>
            <p:cNvSpPr/>
            <p:nvPr/>
          </p:nvSpPr>
          <p:spPr>
            <a:xfrm>
              <a:off x="3216275" y="549275"/>
              <a:ext cx="72072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CC11561-6D6F-8958-8AF8-A536F8FC533A}"/>
                </a:ext>
              </a:extLst>
            </p:cNvPr>
            <p:cNvSpPr/>
            <p:nvPr/>
          </p:nvSpPr>
          <p:spPr>
            <a:xfrm>
              <a:off x="3179763" y="549275"/>
              <a:ext cx="71437" cy="143827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3317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群組 32">
            <a:extLst>
              <a:ext uri="{FF2B5EF4-FFF2-40B4-BE49-F238E27FC236}">
                <a16:creationId xmlns:a16="http://schemas.microsoft.com/office/drawing/2014/main" id="{1F2765C4-C8D8-43C0-DD76-CAF8E83666CF}"/>
              </a:ext>
            </a:extLst>
          </p:cNvPr>
          <p:cNvGrpSpPr/>
          <p:nvPr/>
        </p:nvGrpSpPr>
        <p:grpSpPr>
          <a:xfrm>
            <a:off x="1416050" y="188913"/>
            <a:ext cx="3628319" cy="3606246"/>
            <a:chOff x="1416050" y="188913"/>
            <a:chExt cx="3628319" cy="3606246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EC46B41-85D2-0D05-820B-6796E2BFF652}"/>
                </a:ext>
              </a:extLst>
            </p:cNvPr>
            <p:cNvSpPr/>
            <p:nvPr/>
          </p:nvSpPr>
          <p:spPr>
            <a:xfrm>
              <a:off x="1416050" y="188913"/>
              <a:ext cx="3600450" cy="3600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0F49397-66F9-F3F3-29F7-C07F917E93F4}"/>
                </a:ext>
              </a:extLst>
            </p:cNvPr>
            <p:cNvSpPr/>
            <p:nvPr/>
          </p:nvSpPr>
          <p:spPr>
            <a:xfrm>
              <a:off x="1774825" y="549275"/>
              <a:ext cx="1441450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BE8FB2B-4C8B-5AB0-6056-3C19E9CAB1FE}"/>
                </a:ext>
              </a:extLst>
            </p:cNvPr>
            <p:cNvSpPr/>
            <p:nvPr/>
          </p:nvSpPr>
          <p:spPr>
            <a:xfrm>
              <a:off x="3216275" y="549275"/>
              <a:ext cx="1441450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926BC09-FBC1-E967-53F4-188A8510E9E5}"/>
                </a:ext>
              </a:extLst>
            </p:cNvPr>
            <p:cNvSpPr/>
            <p:nvPr/>
          </p:nvSpPr>
          <p:spPr>
            <a:xfrm>
              <a:off x="1774825" y="1268413"/>
              <a:ext cx="1441450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57754-0631-B1BF-47FD-D385ED7CFBBC}"/>
                </a:ext>
              </a:extLst>
            </p:cNvPr>
            <p:cNvSpPr/>
            <p:nvPr/>
          </p:nvSpPr>
          <p:spPr>
            <a:xfrm>
              <a:off x="3216275" y="1268413"/>
              <a:ext cx="1441450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84B31A5-320B-D044-B092-9E53F361224F}"/>
                </a:ext>
              </a:extLst>
            </p:cNvPr>
            <p:cNvSpPr/>
            <p:nvPr/>
          </p:nvSpPr>
          <p:spPr>
            <a:xfrm>
              <a:off x="1774825" y="1987551"/>
              <a:ext cx="1441450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4FEAD1A-E6AD-DD69-02AA-155D7DF6F491}"/>
                </a:ext>
              </a:extLst>
            </p:cNvPr>
            <p:cNvSpPr/>
            <p:nvPr/>
          </p:nvSpPr>
          <p:spPr>
            <a:xfrm>
              <a:off x="3216275" y="1987551"/>
              <a:ext cx="1441450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EC0E137-8AD7-EE1D-9967-1A655EBCACD2}"/>
                </a:ext>
              </a:extLst>
            </p:cNvPr>
            <p:cNvSpPr/>
            <p:nvPr/>
          </p:nvSpPr>
          <p:spPr>
            <a:xfrm>
              <a:off x="1774825" y="2706689"/>
              <a:ext cx="1441450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5ED1507-EC25-791B-2552-94A00000624B}"/>
                </a:ext>
              </a:extLst>
            </p:cNvPr>
            <p:cNvSpPr/>
            <p:nvPr/>
          </p:nvSpPr>
          <p:spPr>
            <a:xfrm>
              <a:off x="3216275" y="2706689"/>
              <a:ext cx="1441450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4A142E2B-2B34-5496-FEE3-D2E87BDC0231}"/>
                </a:ext>
              </a:extLst>
            </p:cNvPr>
            <p:cNvSpPr txBox="1"/>
            <p:nvPr/>
          </p:nvSpPr>
          <p:spPr>
            <a:xfrm>
              <a:off x="1620776" y="24149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1</a:t>
              </a:r>
              <a:endParaRPr lang="zh-TW" altLang="en-US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40CA3801-3919-4A0A-0BB9-7094335E6ACD}"/>
                </a:ext>
              </a:extLst>
            </p:cNvPr>
            <p:cNvSpPr txBox="1"/>
            <p:nvPr/>
          </p:nvSpPr>
          <p:spPr>
            <a:xfrm>
              <a:off x="3062226" y="24149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74884AA-7D6B-8A83-6FFB-B383591B33E2}"/>
                </a:ext>
              </a:extLst>
            </p:cNvPr>
            <p:cNvSpPr txBox="1"/>
            <p:nvPr/>
          </p:nvSpPr>
          <p:spPr>
            <a:xfrm>
              <a:off x="4503676" y="24149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3</a:t>
              </a:r>
              <a:endParaRPr lang="zh-TW" altLang="en-US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6FAFDF82-19EB-BCDE-9A50-40559F73CFA2}"/>
                </a:ext>
              </a:extLst>
            </p:cNvPr>
            <p:cNvSpPr txBox="1"/>
            <p:nvPr/>
          </p:nvSpPr>
          <p:spPr>
            <a:xfrm>
              <a:off x="1581503" y="3425827"/>
              <a:ext cx="386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-3</a:t>
              </a:r>
              <a:endParaRPr lang="zh-TW" altLang="en-US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D93606E6-7653-7D3F-FA63-EEE6332EFB61}"/>
                </a:ext>
              </a:extLst>
            </p:cNvPr>
            <p:cNvSpPr txBox="1"/>
            <p:nvPr/>
          </p:nvSpPr>
          <p:spPr>
            <a:xfrm>
              <a:off x="3022953" y="3425827"/>
              <a:ext cx="386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-2</a:t>
              </a:r>
              <a:endParaRPr lang="zh-TW" altLang="en-US" dirty="0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1AD6034C-3EDD-5004-62F6-A6DF1D1B06E2}"/>
                </a:ext>
              </a:extLst>
            </p:cNvPr>
            <p:cNvSpPr txBox="1"/>
            <p:nvPr/>
          </p:nvSpPr>
          <p:spPr>
            <a:xfrm>
              <a:off x="4473092" y="3425827"/>
              <a:ext cx="3692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-1</a:t>
              </a:r>
              <a:endParaRPr lang="zh-TW" altLang="en-US" dirty="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3519D34E-CB49-CFD4-BDEE-E7B7CA9E2995}"/>
                </a:ext>
              </a:extLst>
            </p:cNvPr>
            <p:cNvSpPr txBox="1"/>
            <p:nvPr/>
          </p:nvSpPr>
          <p:spPr>
            <a:xfrm>
              <a:off x="1466727" y="395386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TW" dirty="0"/>
                <a:t>1</a:t>
              </a:r>
              <a:endParaRPr lang="zh-TW" altLang="en-US" dirty="0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589CF604-057F-C139-276E-ADEFF9DF9EA0}"/>
                </a:ext>
              </a:extLst>
            </p:cNvPr>
            <p:cNvSpPr txBox="1"/>
            <p:nvPr/>
          </p:nvSpPr>
          <p:spPr>
            <a:xfrm>
              <a:off x="1466727" y="1114525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32844089-E28C-6778-05E0-F06D7A6C22B8}"/>
                </a:ext>
              </a:extLst>
            </p:cNvPr>
            <p:cNvSpPr txBox="1"/>
            <p:nvPr/>
          </p:nvSpPr>
          <p:spPr>
            <a:xfrm>
              <a:off x="1466727" y="183366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TW" dirty="0"/>
                <a:t>3</a:t>
              </a:r>
              <a:endParaRPr lang="zh-TW" altLang="en-US" dirty="0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2EBA2D42-016C-71A0-5827-67FA29D1EB32}"/>
                </a:ext>
              </a:extLst>
            </p:cNvPr>
            <p:cNvSpPr txBox="1"/>
            <p:nvPr/>
          </p:nvSpPr>
          <p:spPr>
            <a:xfrm>
              <a:off x="1466727" y="2554386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TW" dirty="0"/>
                <a:t>4</a:t>
              </a:r>
              <a:endParaRPr lang="zh-TW" altLang="en-US" dirty="0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8731A5AF-ADAC-445E-A920-8214A3F18C0B}"/>
                </a:ext>
              </a:extLst>
            </p:cNvPr>
            <p:cNvSpPr txBox="1"/>
            <p:nvPr/>
          </p:nvSpPr>
          <p:spPr>
            <a:xfrm>
              <a:off x="1466727" y="327035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TW" dirty="0"/>
                <a:t>5</a:t>
              </a:r>
              <a:endParaRPr lang="zh-TW" altLang="en-US" dirty="0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392E3A9B-7057-26A0-89DC-CC6866F90194}"/>
                </a:ext>
              </a:extLst>
            </p:cNvPr>
            <p:cNvSpPr txBox="1"/>
            <p:nvPr/>
          </p:nvSpPr>
          <p:spPr>
            <a:xfrm>
              <a:off x="4657725" y="395386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-5</a:t>
              </a:r>
              <a:endParaRPr lang="zh-TW" altLang="en-US" dirty="0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84D9B863-E7A1-06B0-7572-A22598A16C50}"/>
                </a:ext>
              </a:extLst>
            </p:cNvPr>
            <p:cNvSpPr txBox="1"/>
            <p:nvPr/>
          </p:nvSpPr>
          <p:spPr>
            <a:xfrm>
              <a:off x="4657725" y="1114525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-4</a:t>
              </a:r>
              <a:endParaRPr lang="zh-TW" altLang="en-US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692A9DBD-6E62-F75D-548B-86CDA7E3D177}"/>
                </a:ext>
              </a:extLst>
            </p:cNvPr>
            <p:cNvSpPr txBox="1"/>
            <p:nvPr/>
          </p:nvSpPr>
          <p:spPr>
            <a:xfrm>
              <a:off x="4657725" y="1833662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-3</a:t>
              </a:r>
              <a:endParaRPr lang="zh-TW" altLang="en-US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9891A571-BF12-0CB2-421C-AA38B78EB564}"/>
                </a:ext>
              </a:extLst>
            </p:cNvPr>
            <p:cNvSpPr txBox="1"/>
            <p:nvPr/>
          </p:nvSpPr>
          <p:spPr>
            <a:xfrm>
              <a:off x="4657725" y="2554386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-2</a:t>
              </a:r>
              <a:endParaRPr lang="zh-TW" altLang="en-US" dirty="0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E7FF6C12-3463-D48D-CFE5-A08F2C22B5EE}"/>
                </a:ext>
              </a:extLst>
            </p:cNvPr>
            <p:cNvSpPr txBox="1"/>
            <p:nvPr/>
          </p:nvSpPr>
          <p:spPr>
            <a:xfrm>
              <a:off x="4657725" y="3270353"/>
              <a:ext cx="3692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-1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39020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560011F5-458E-D66B-16EA-8E660772E374}"/>
              </a:ext>
            </a:extLst>
          </p:cNvPr>
          <p:cNvSpPr/>
          <p:nvPr/>
        </p:nvSpPr>
        <p:spPr>
          <a:xfrm>
            <a:off x="874713" y="188913"/>
            <a:ext cx="11317287" cy="61198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9FEEAB-E733-9D2B-B685-FACC899F5082}"/>
              </a:ext>
            </a:extLst>
          </p:cNvPr>
          <p:cNvSpPr/>
          <p:nvPr/>
        </p:nvSpPr>
        <p:spPr>
          <a:xfrm>
            <a:off x="3935413" y="368300"/>
            <a:ext cx="8101012" cy="10810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D3963F-E0C5-C7C7-F0BC-872F54B56324}"/>
              </a:ext>
            </a:extLst>
          </p:cNvPr>
          <p:cNvSpPr/>
          <p:nvPr/>
        </p:nvSpPr>
        <p:spPr>
          <a:xfrm>
            <a:off x="4116388" y="549275"/>
            <a:ext cx="2160587" cy="71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8A7BE5-FDA2-7CAC-49E2-1A27C2981A70}"/>
              </a:ext>
            </a:extLst>
          </p:cNvPr>
          <p:cNvSpPr/>
          <p:nvPr/>
        </p:nvSpPr>
        <p:spPr>
          <a:xfrm>
            <a:off x="6456364" y="549275"/>
            <a:ext cx="1439862" cy="71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C9A60B-FA4D-4D5B-983C-E6C7FBF2804E}"/>
              </a:ext>
            </a:extLst>
          </p:cNvPr>
          <p:cNvSpPr/>
          <p:nvPr/>
        </p:nvSpPr>
        <p:spPr>
          <a:xfrm>
            <a:off x="8075615" y="549275"/>
            <a:ext cx="2160587" cy="71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A338AC-0F17-AED3-A9C1-C85E2CCAFEFC}"/>
              </a:ext>
            </a:extLst>
          </p:cNvPr>
          <p:cNvSpPr/>
          <p:nvPr/>
        </p:nvSpPr>
        <p:spPr>
          <a:xfrm>
            <a:off x="10415591" y="549275"/>
            <a:ext cx="1439862" cy="71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8E8B236F-27B7-1C4C-408C-2031B845C1C6}"/>
              </a:ext>
            </a:extLst>
          </p:cNvPr>
          <p:cNvCxnSpPr>
            <a:cxnSpLocks/>
          </p:cNvCxnSpPr>
          <p:nvPr/>
        </p:nvCxnSpPr>
        <p:spPr>
          <a:xfrm>
            <a:off x="4295775" y="731520"/>
            <a:ext cx="809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F6A7CF79-6FD4-22F1-330F-04E30BA9884D}"/>
              </a:ext>
            </a:extLst>
          </p:cNvPr>
          <p:cNvSpPr/>
          <p:nvPr/>
        </p:nvSpPr>
        <p:spPr>
          <a:xfrm>
            <a:off x="3935413" y="1808163"/>
            <a:ext cx="8101012" cy="198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AF11F8-A267-F486-27E6-3E008C02A063}"/>
              </a:ext>
            </a:extLst>
          </p:cNvPr>
          <p:cNvSpPr/>
          <p:nvPr/>
        </p:nvSpPr>
        <p:spPr>
          <a:xfrm>
            <a:off x="4116388" y="1989138"/>
            <a:ext cx="2160587" cy="71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3A3DDF-5D96-D185-5300-DD8360FEA9F8}"/>
              </a:ext>
            </a:extLst>
          </p:cNvPr>
          <p:cNvSpPr/>
          <p:nvPr/>
        </p:nvSpPr>
        <p:spPr>
          <a:xfrm>
            <a:off x="6456364" y="1989138"/>
            <a:ext cx="1439862" cy="71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1C13F6-4234-637F-96EF-E04530CF5564}"/>
              </a:ext>
            </a:extLst>
          </p:cNvPr>
          <p:cNvSpPr/>
          <p:nvPr/>
        </p:nvSpPr>
        <p:spPr>
          <a:xfrm>
            <a:off x="8075615" y="1989138"/>
            <a:ext cx="2160587" cy="71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ED8E22-6871-9294-1486-D94B476DAC9C}"/>
              </a:ext>
            </a:extLst>
          </p:cNvPr>
          <p:cNvSpPr/>
          <p:nvPr/>
        </p:nvSpPr>
        <p:spPr>
          <a:xfrm>
            <a:off x="10415591" y="1989138"/>
            <a:ext cx="1439862" cy="71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DF01B6C6-DB10-F4F8-BDE8-89F9E0C1E17A}"/>
              </a:ext>
            </a:extLst>
          </p:cNvPr>
          <p:cNvCxnSpPr>
            <a:cxnSpLocks/>
          </p:cNvCxnSpPr>
          <p:nvPr/>
        </p:nvCxnSpPr>
        <p:spPr>
          <a:xfrm>
            <a:off x="4295775" y="2171383"/>
            <a:ext cx="809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83D62F11-FB58-B9CA-D55C-52FED3029C5E}"/>
              </a:ext>
            </a:extLst>
          </p:cNvPr>
          <p:cNvSpPr/>
          <p:nvPr/>
        </p:nvSpPr>
        <p:spPr>
          <a:xfrm>
            <a:off x="4116388" y="2889250"/>
            <a:ext cx="1439862" cy="71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550DC6-F04D-8C62-E6B0-2B1A730EBC83}"/>
              </a:ext>
            </a:extLst>
          </p:cNvPr>
          <p:cNvSpPr/>
          <p:nvPr/>
        </p:nvSpPr>
        <p:spPr>
          <a:xfrm>
            <a:off x="5737225" y="2889250"/>
            <a:ext cx="1439862" cy="71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8918D3C3-88F5-6209-714C-2AFE5959BE13}"/>
              </a:ext>
            </a:extLst>
          </p:cNvPr>
          <p:cNvCxnSpPr>
            <a:cxnSpLocks/>
          </p:cNvCxnSpPr>
          <p:nvPr/>
        </p:nvCxnSpPr>
        <p:spPr>
          <a:xfrm>
            <a:off x="4295775" y="3067853"/>
            <a:ext cx="809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4A70EC62-1BBF-F488-7B51-8449955EC766}"/>
              </a:ext>
            </a:extLst>
          </p:cNvPr>
          <p:cNvSpPr/>
          <p:nvPr/>
        </p:nvSpPr>
        <p:spPr>
          <a:xfrm>
            <a:off x="3935413" y="4149725"/>
            <a:ext cx="8101012" cy="198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9AB7DA9-5CDE-23D3-B832-ED966B121677}"/>
              </a:ext>
            </a:extLst>
          </p:cNvPr>
          <p:cNvSpPr/>
          <p:nvPr/>
        </p:nvSpPr>
        <p:spPr>
          <a:xfrm>
            <a:off x="4116388" y="4330700"/>
            <a:ext cx="2160587" cy="7191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D69344-BE99-3F97-E56B-55096A8EFC38}"/>
              </a:ext>
            </a:extLst>
          </p:cNvPr>
          <p:cNvSpPr/>
          <p:nvPr/>
        </p:nvSpPr>
        <p:spPr>
          <a:xfrm>
            <a:off x="6456364" y="4330700"/>
            <a:ext cx="1439862" cy="7191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5340618-5672-4D8F-85AB-C99B8F294DA7}"/>
              </a:ext>
            </a:extLst>
          </p:cNvPr>
          <p:cNvSpPr/>
          <p:nvPr/>
        </p:nvSpPr>
        <p:spPr>
          <a:xfrm>
            <a:off x="8075615" y="4330700"/>
            <a:ext cx="2160587" cy="7191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AAAAF46-9A4C-2DAF-CCAD-4D803FEC1EA0}"/>
              </a:ext>
            </a:extLst>
          </p:cNvPr>
          <p:cNvSpPr/>
          <p:nvPr/>
        </p:nvSpPr>
        <p:spPr>
          <a:xfrm>
            <a:off x="10415591" y="4330700"/>
            <a:ext cx="1439862" cy="7191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DCEA91EF-AF9B-45FA-7B6B-A25B7A9906E3}"/>
              </a:ext>
            </a:extLst>
          </p:cNvPr>
          <p:cNvCxnSpPr>
            <a:cxnSpLocks/>
          </p:cNvCxnSpPr>
          <p:nvPr/>
        </p:nvCxnSpPr>
        <p:spPr>
          <a:xfrm>
            <a:off x="4295775" y="4512945"/>
            <a:ext cx="809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89971E50-542F-63EC-E2DB-A5E79A832DC8}"/>
              </a:ext>
            </a:extLst>
          </p:cNvPr>
          <p:cNvSpPr/>
          <p:nvPr/>
        </p:nvSpPr>
        <p:spPr>
          <a:xfrm>
            <a:off x="4116388" y="5230812"/>
            <a:ext cx="2159000" cy="7191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19C1269-929D-7C79-F0BC-5C34D9304E97}"/>
              </a:ext>
            </a:extLst>
          </p:cNvPr>
          <p:cNvSpPr/>
          <p:nvPr/>
        </p:nvSpPr>
        <p:spPr>
          <a:xfrm>
            <a:off x="6456363" y="5230812"/>
            <a:ext cx="1439863" cy="7191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A8EAACD1-A639-4F33-8984-B840DAEBBDA9}"/>
              </a:ext>
            </a:extLst>
          </p:cNvPr>
          <p:cNvCxnSpPr>
            <a:cxnSpLocks/>
          </p:cNvCxnSpPr>
          <p:nvPr/>
        </p:nvCxnSpPr>
        <p:spPr>
          <a:xfrm flipV="1">
            <a:off x="4295775" y="4512945"/>
            <a:ext cx="0" cy="8964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2EFCD77-29C5-1ABC-9C5E-5F802B847388}"/>
              </a:ext>
            </a:extLst>
          </p:cNvPr>
          <p:cNvSpPr txBox="1"/>
          <p:nvPr/>
        </p:nvSpPr>
        <p:spPr>
          <a:xfrm>
            <a:off x="1075241" y="549275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latin typeface="Noto Sans TC" panose="020B0200000000000000" pitchFamily="34" charset="-120"/>
                <a:ea typeface="Noto Sans TC" panose="020B0200000000000000" pitchFamily="34" charset="-120"/>
              </a:rPr>
              <a:t>Flexbox: </a:t>
            </a:r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一維對齊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2CF92CD-322A-7FC4-0BD3-48DB5D70B04C}"/>
              </a:ext>
            </a:extLst>
          </p:cNvPr>
          <p:cNvSpPr txBox="1"/>
          <p:nvPr/>
        </p:nvSpPr>
        <p:spPr>
          <a:xfrm>
            <a:off x="1075252" y="1989138"/>
            <a:ext cx="2048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如果開啟換行，下一行的項目不一定會對齊前一行項目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B0883FA-89DC-F465-C17D-2533861D7134}"/>
              </a:ext>
            </a:extLst>
          </p:cNvPr>
          <p:cNvSpPr txBox="1"/>
          <p:nvPr/>
        </p:nvSpPr>
        <p:spPr>
          <a:xfrm>
            <a:off x="1075252" y="4328279"/>
            <a:ext cx="204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Noto Sans TC" panose="020B0200000000000000" pitchFamily="34" charset="-120"/>
                <a:ea typeface="Noto Sans TC" panose="020B0200000000000000" pitchFamily="34" charset="-120"/>
              </a:rPr>
              <a:t>Grid: </a:t>
            </a:r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二維對齊</a:t>
            </a:r>
          </a:p>
        </p:txBody>
      </p:sp>
    </p:spTree>
    <p:extLst>
      <p:ext uri="{BB962C8B-B14F-4D97-AF65-F5344CB8AC3E}">
        <p14:creationId xmlns:p14="http://schemas.microsoft.com/office/powerpoint/2010/main" val="3258529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群組 56">
            <a:extLst>
              <a:ext uri="{FF2B5EF4-FFF2-40B4-BE49-F238E27FC236}">
                <a16:creationId xmlns:a16="http://schemas.microsoft.com/office/drawing/2014/main" id="{50429715-70BE-8311-9935-84A2D43C9D2C}"/>
              </a:ext>
            </a:extLst>
          </p:cNvPr>
          <p:cNvGrpSpPr/>
          <p:nvPr/>
        </p:nvGrpSpPr>
        <p:grpSpPr>
          <a:xfrm>
            <a:off x="695325" y="0"/>
            <a:ext cx="5040313" cy="2168525"/>
            <a:chOff x="695325" y="0"/>
            <a:chExt cx="5040313" cy="2168525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87BF021-5D1A-A3F4-72EE-76E50DF09FFF}"/>
                </a:ext>
              </a:extLst>
            </p:cNvPr>
            <p:cNvSpPr/>
            <p:nvPr/>
          </p:nvSpPr>
          <p:spPr>
            <a:xfrm>
              <a:off x="695325" y="0"/>
              <a:ext cx="5040313" cy="2168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F25D340-F094-B3A9-C2FC-B6866F12D1E8}"/>
                </a:ext>
              </a:extLst>
            </p:cNvPr>
            <p:cNvSpPr/>
            <p:nvPr/>
          </p:nvSpPr>
          <p:spPr>
            <a:xfrm>
              <a:off x="1055689" y="549275"/>
              <a:ext cx="719136" cy="125888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DFFA585-F3AE-2AD8-CDFA-17F969C40F58}"/>
                </a:ext>
              </a:extLst>
            </p:cNvPr>
            <p:cNvSpPr/>
            <p:nvPr/>
          </p:nvSpPr>
          <p:spPr>
            <a:xfrm>
              <a:off x="1776414" y="549275"/>
              <a:ext cx="719136" cy="125888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C571141-C77A-34B8-BD94-370571FB791F}"/>
                </a:ext>
              </a:extLst>
            </p:cNvPr>
            <p:cNvSpPr/>
            <p:nvPr/>
          </p:nvSpPr>
          <p:spPr>
            <a:xfrm>
              <a:off x="2497139" y="549275"/>
              <a:ext cx="719136" cy="12588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B35FCF1-4ADF-F660-96F2-947CC48AC411}"/>
                </a:ext>
              </a:extLst>
            </p:cNvPr>
            <p:cNvSpPr/>
            <p:nvPr/>
          </p:nvSpPr>
          <p:spPr>
            <a:xfrm>
              <a:off x="3217864" y="549275"/>
              <a:ext cx="719136" cy="12588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4C84B40-AE8C-3A38-9D23-4A3B9478F4E2}"/>
                </a:ext>
              </a:extLst>
            </p:cNvPr>
            <p:cNvSpPr/>
            <p:nvPr/>
          </p:nvSpPr>
          <p:spPr>
            <a:xfrm>
              <a:off x="3937000" y="549275"/>
              <a:ext cx="719136" cy="125888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7DA3100-1567-1D1E-C173-C3EC07DF7AAC}"/>
                </a:ext>
              </a:extLst>
            </p:cNvPr>
            <p:cNvSpPr/>
            <p:nvPr/>
          </p:nvSpPr>
          <p:spPr>
            <a:xfrm>
              <a:off x="4657725" y="549275"/>
              <a:ext cx="719136" cy="125888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A76675EA-086E-9502-2E3E-3BDA52787852}"/>
                </a:ext>
              </a:extLst>
            </p:cNvPr>
            <p:cNvSpPr txBox="1"/>
            <p:nvPr/>
          </p:nvSpPr>
          <p:spPr>
            <a:xfrm>
              <a:off x="816405" y="0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chemeClr val="accent4"/>
                  </a:solidFill>
                  <a:latin typeface="Consolas" panose="020B0609020204030204" pitchFamily="49" charset="0"/>
                </a:rPr>
                <a:t>col</a:t>
              </a:r>
              <a:endParaRPr lang="zh-TW" altLang="en-US" sz="1400" dirty="0">
                <a:solidFill>
                  <a:schemeClr val="accent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06B721F-E610-1D2D-662D-6C9376B37E27}"/>
                </a:ext>
              </a:extLst>
            </p:cNvPr>
            <p:cNvSpPr txBox="1"/>
            <p:nvPr/>
          </p:nvSpPr>
          <p:spPr>
            <a:xfrm>
              <a:off x="911003" y="241498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/>
                <a:t>1</a:t>
              </a:r>
              <a:endParaRPr lang="zh-TW" altLang="en-US" sz="1400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82D329E8-2FC8-8CF1-9887-3A67E088D50C}"/>
                </a:ext>
              </a:extLst>
            </p:cNvPr>
            <p:cNvSpPr txBox="1"/>
            <p:nvPr/>
          </p:nvSpPr>
          <p:spPr>
            <a:xfrm>
              <a:off x="2362902" y="241498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/>
                <a:t>3</a:t>
              </a:r>
              <a:endParaRPr lang="zh-TW" altLang="en-US" sz="1400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73099372-8606-8FB0-1865-1A48C38BCCBA}"/>
                </a:ext>
              </a:extLst>
            </p:cNvPr>
            <p:cNvSpPr txBox="1"/>
            <p:nvPr/>
          </p:nvSpPr>
          <p:spPr>
            <a:xfrm>
              <a:off x="3798166" y="241498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/>
                <a:t>5</a:t>
              </a:r>
              <a:endParaRPr lang="zh-TW" altLang="en-US" sz="1400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4C3B2AAA-62E8-B409-F506-A025FBCB65FB}"/>
                </a:ext>
              </a:extLst>
            </p:cNvPr>
            <p:cNvSpPr txBox="1"/>
            <p:nvPr/>
          </p:nvSpPr>
          <p:spPr>
            <a:xfrm>
              <a:off x="1634402" y="241498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/>
                <a:t>2</a:t>
              </a:r>
              <a:endParaRPr lang="zh-TW" altLang="en-US" sz="1400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554AFB4-CFE4-E5FC-DDAE-443D32EF3C84}"/>
                </a:ext>
              </a:extLst>
            </p:cNvPr>
            <p:cNvSpPr txBox="1"/>
            <p:nvPr/>
          </p:nvSpPr>
          <p:spPr>
            <a:xfrm>
              <a:off x="3075852" y="241498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/>
                <a:t>4</a:t>
              </a:r>
              <a:endParaRPr lang="zh-TW" altLang="en-US" sz="1400" dirty="0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04D006E0-2C14-326F-5AD9-86A9C6FB6DA1}"/>
                </a:ext>
              </a:extLst>
            </p:cNvPr>
            <p:cNvSpPr txBox="1"/>
            <p:nvPr/>
          </p:nvSpPr>
          <p:spPr>
            <a:xfrm>
              <a:off x="4517302" y="241498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/>
                <a:t>6</a:t>
              </a:r>
              <a:endParaRPr lang="zh-TW" altLang="en-US" sz="1400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9E6AA714-FD5F-CFD8-BE73-38B063651C16}"/>
                </a:ext>
              </a:extLst>
            </p:cNvPr>
            <p:cNvSpPr txBox="1"/>
            <p:nvPr/>
          </p:nvSpPr>
          <p:spPr>
            <a:xfrm>
              <a:off x="5236438" y="241498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/>
                <a:t>7</a:t>
              </a:r>
              <a:endParaRPr lang="zh-TW" altLang="en-US" sz="1400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D459CAE0-575F-FFB0-0669-94A0820F4923}"/>
                </a:ext>
              </a:extLst>
            </p:cNvPr>
            <p:cNvSpPr txBox="1"/>
            <p:nvPr/>
          </p:nvSpPr>
          <p:spPr>
            <a:xfrm>
              <a:off x="776971" y="395386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TW" sz="1400" dirty="0"/>
                <a:t>1</a:t>
              </a:r>
              <a:endParaRPr lang="zh-TW" altLang="en-US" sz="1400" dirty="0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051B47F7-4399-A00A-D0E3-1F4899CC0BB0}"/>
                </a:ext>
              </a:extLst>
            </p:cNvPr>
            <p:cNvSpPr txBox="1"/>
            <p:nvPr/>
          </p:nvSpPr>
          <p:spPr>
            <a:xfrm>
              <a:off x="776971" y="1654274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TW" sz="1400" dirty="0"/>
                <a:t>2</a:t>
              </a:r>
              <a:endParaRPr lang="zh-TW" altLang="en-US" sz="1400" dirty="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B0D30EA6-D4F6-122A-6B65-0C53BA90EA84}"/>
                </a:ext>
              </a:extLst>
            </p:cNvPr>
            <p:cNvSpPr txBox="1"/>
            <p:nvPr/>
          </p:nvSpPr>
          <p:spPr>
            <a:xfrm>
              <a:off x="2254138" y="0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chemeClr val="accent4"/>
                  </a:solidFill>
                  <a:latin typeface="Consolas" panose="020B0609020204030204" pitchFamily="49" charset="0"/>
                </a:rPr>
                <a:t>col</a:t>
              </a:r>
              <a:endParaRPr lang="zh-TW" altLang="en-US" sz="1400" dirty="0">
                <a:solidFill>
                  <a:schemeClr val="accent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0F714012-AA72-6D46-7E8F-3D428AE43F65}"/>
                </a:ext>
              </a:extLst>
            </p:cNvPr>
            <p:cNvSpPr txBox="1"/>
            <p:nvPr/>
          </p:nvSpPr>
          <p:spPr>
            <a:xfrm>
              <a:off x="3691871" y="0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chemeClr val="accent4"/>
                  </a:solidFill>
                  <a:latin typeface="Consolas" panose="020B0609020204030204" pitchFamily="49" charset="0"/>
                </a:rPr>
                <a:t>col</a:t>
              </a:r>
              <a:endParaRPr lang="zh-TW" altLang="en-US" sz="1400" dirty="0">
                <a:solidFill>
                  <a:schemeClr val="accent4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C57E34E1-0EE8-569D-21D8-FFBB6D001C96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flipH="1" flipV="1">
              <a:off x="2678906" y="1268413"/>
              <a:ext cx="155534" cy="720725"/>
            </a:xfrm>
            <a:prstGeom prst="straightConnector1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1480C771-37FE-A133-732E-4F7FBA90F347}"/>
                </a:ext>
              </a:extLst>
            </p:cNvPr>
            <p:cNvSpPr txBox="1"/>
            <p:nvPr/>
          </p:nvSpPr>
          <p:spPr>
            <a:xfrm>
              <a:off x="2834440" y="1835249"/>
              <a:ext cx="28680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>
                  <a:latin typeface="Consolas" panose="020B0609020204030204" pitchFamily="49" charset="0"/>
                </a:rPr>
                <a:t>grid-column: col 2 / span 2</a:t>
              </a:r>
              <a:endParaRPr lang="zh-TW" altLang="en-US" sz="14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6518936F-6143-ABFE-15BE-344EAFE533D8}"/>
              </a:ext>
            </a:extLst>
          </p:cNvPr>
          <p:cNvGrpSpPr/>
          <p:nvPr/>
        </p:nvGrpSpPr>
        <p:grpSpPr>
          <a:xfrm>
            <a:off x="1416050" y="2349500"/>
            <a:ext cx="4319588" cy="2159000"/>
            <a:chOff x="1416050" y="2349500"/>
            <a:chExt cx="4319588" cy="2159000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8A0E2FD-5F65-86EE-05CE-57A7800B5E95}"/>
                </a:ext>
              </a:extLst>
            </p:cNvPr>
            <p:cNvSpPr/>
            <p:nvPr/>
          </p:nvSpPr>
          <p:spPr>
            <a:xfrm>
              <a:off x="1416050" y="2349500"/>
              <a:ext cx="4319588" cy="2159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353360B-48E3-E216-C3E7-5613A211E0B3}"/>
                </a:ext>
              </a:extLst>
            </p:cNvPr>
            <p:cNvSpPr/>
            <p:nvPr/>
          </p:nvSpPr>
          <p:spPr>
            <a:xfrm>
              <a:off x="3216274" y="2713035"/>
              <a:ext cx="2160585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4E6680A3-E6BE-A95F-FA59-3872028E8F30}"/>
                </a:ext>
              </a:extLst>
            </p:cNvPr>
            <p:cNvSpPr/>
            <p:nvPr/>
          </p:nvSpPr>
          <p:spPr>
            <a:xfrm>
              <a:off x="1774825" y="3432173"/>
              <a:ext cx="1441450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45E0110-79E5-0A79-7B9A-AB99FC998413}"/>
                </a:ext>
              </a:extLst>
            </p:cNvPr>
            <p:cNvSpPr/>
            <p:nvPr/>
          </p:nvSpPr>
          <p:spPr>
            <a:xfrm>
              <a:off x="3216275" y="3432173"/>
              <a:ext cx="2160586" cy="71913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1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grid-column: 2 / 3;</a:t>
              </a:r>
            </a:p>
            <a:p>
              <a:r>
                <a:rPr lang="en-US" altLang="zh-TW" sz="1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grid-row: 2 / 3;</a:t>
              </a:r>
              <a:endParaRPr lang="zh-TW" altLang="en-US" sz="14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8093BFA2-3B50-4980-43C2-D7C98CC4554C}"/>
                </a:ext>
              </a:extLst>
            </p:cNvPr>
            <p:cNvSpPr txBox="1"/>
            <p:nvPr/>
          </p:nvSpPr>
          <p:spPr>
            <a:xfrm>
              <a:off x="1634402" y="2405258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/>
                <a:t>1</a:t>
              </a:r>
              <a:endParaRPr lang="zh-TW" altLang="en-US" sz="1400" dirty="0"/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20F4652E-E64F-D2B6-AD09-66DB3555C392}"/>
                </a:ext>
              </a:extLst>
            </p:cNvPr>
            <p:cNvSpPr txBox="1"/>
            <p:nvPr/>
          </p:nvSpPr>
          <p:spPr>
            <a:xfrm>
              <a:off x="3075852" y="2405258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/>
                <a:t>2</a:t>
              </a:r>
              <a:endParaRPr lang="zh-TW" altLang="en-US" sz="1400" dirty="0"/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88012FEE-A233-305E-3D0F-0A1D09A567EA}"/>
                </a:ext>
              </a:extLst>
            </p:cNvPr>
            <p:cNvSpPr txBox="1"/>
            <p:nvPr/>
          </p:nvSpPr>
          <p:spPr>
            <a:xfrm>
              <a:off x="5234852" y="2405258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/>
                <a:t>3</a:t>
              </a:r>
              <a:endParaRPr lang="zh-TW" altLang="en-US" sz="1400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AAFB3164-AA6F-95AD-250F-76D96B1F6D48}"/>
                </a:ext>
              </a:extLst>
            </p:cNvPr>
            <p:cNvSpPr txBox="1"/>
            <p:nvPr/>
          </p:nvSpPr>
          <p:spPr>
            <a:xfrm>
              <a:off x="1603944" y="4149725"/>
              <a:ext cx="3417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chemeClr val="accent4"/>
                  </a:solidFill>
                </a:rPr>
                <a:t>-2</a:t>
              </a:r>
              <a:endParaRPr lang="zh-TW" altLang="en-US" sz="1400" dirty="0">
                <a:solidFill>
                  <a:schemeClr val="accent4"/>
                </a:solidFill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915DCD13-20C8-4950-EE29-4A52D604C1C5}"/>
                </a:ext>
              </a:extLst>
            </p:cNvPr>
            <p:cNvSpPr txBox="1"/>
            <p:nvPr/>
          </p:nvSpPr>
          <p:spPr>
            <a:xfrm>
              <a:off x="3052159" y="4149725"/>
              <a:ext cx="3282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chemeClr val="accent4"/>
                  </a:solidFill>
                </a:rPr>
                <a:t>-1</a:t>
              </a:r>
              <a:endParaRPr lang="zh-TW" altLang="en-US" sz="1400" dirty="0">
                <a:solidFill>
                  <a:schemeClr val="accent4"/>
                </a:solidFill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9306C33C-C5BF-626A-E32B-BC975195774C}"/>
                </a:ext>
              </a:extLst>
            </p:cNvPr>
            <p:cNvSpPr txBox="1"/>
            <p:nvPr/>
          </p:nvSpPr>
          <p:spPr>
            <a:xfrm>
              <a:off x="1493979" y="2559146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TW" sz="1400" dirty="0"/>
                <a:t>1</a:t>
              </a:r>
              <a:endParaRPr lang="zh-TW" altLang="en-US" sz="1400" dirty="0"/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31467A64-7A9F-F5FE-0F77-1917115A25A1}"/>
                </a:ext>
              </a:extLst>
            </p:cNvPr>
            <p:cNvSpPr txBox="1"/>
            <p:nvPr/>
          </p:nvSpPr>
          <p:spPr>
            <a:xfrm>
              <a:off x="1493979" y="3278285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TW" sz="1400" dirty="0"/>
                <a:t>2</a:t>
              </a:r>
              <a:endParaRPr lang="zh-TW" altLang="en-US" sz="1400" dirty="0"/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29E0E4FF-A3ED-726F-43E0-6DD3F6029BAA}"/>
                </a:ext>
              </a:extLst>
            </p:cNvPr>
            <p:cNvSpPr txBox="1"/>
            <p:nvPr/>
          </p:nvSpPr>
          <p:spPr>
            <a:xfrm>
              <a:off x="5376859" y="2562318"/>
              <a:ext cx="3417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>
                  <a:solidFill>
                    <a:schemeClr val="accent4"/>
                  </a:solidFill>
                </a:rPr>
                <a:t>-2</a:t>
              </a:r>
              <a:endParaRPr lang="zh-TW" altLang="en-US" sz="1400" dirty="0">
                <a:solidFill>
                  <a:schemeClr val="accent4"/>
                </a:solidFill>
              </a:endParaRP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B84E95D5-A926-7842-8B03-51FEC44C1C19}"/>
                </a:ext>
              </a:extLst>
            </p:cNvPr>
            <p:cNvSpPr txBox="1"/>
            <p:nvPr/>
          </p:nvSpPr>
          <p:spPr>
            <a:xfrm>
              <a:off x="5376859" y="3278285"/>
              <a:ext cx="3282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>
                  <a:solidFill>
                    <a:schemeClr val="accent4"/>
                  </a:solidFill>
                </a:rPr>
                <a:t>-1</a:t>
              </a:r>
              <a:endParaRPr lang="zh-TW" altLang="en-US" sz="1400" dirty="0">
                <a:solidFill>
                  <a:schemeClr val="accent4"/>
                </a:solidFill>
              </a:endParaRPr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D5AB5A54-160A-2EE0-D319-C2FEC33C1B1B}"/>
                </a:ext>
              </a:extLst>
            </p:cNvPr>
            <p:cNvSpPr txBox="1"/>
            <p:nvPr/>
          </p:nvSpPr>
          <p:spPr>
            <a:xfrm>
              <a:off x="1493979" y="4002182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TW" sz="1400" dirty="0"/>
                <a:t>3</a:t>
              </a:r>
              <a:endParaRPr lang="zh-TW" altLang="en-US" sz="1400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5827168-CF64-BFEC-68CF-CF7661A3A52B}"/>
                </a:ext>
              </a:extLst>
            </p:cNvPr>
            <p:cNvSpPr/>
            <p:nvPr/>
          </p:nvSpPr>
          <p:spPr>
            <a:xfrm>
              <a:off x="1774825" y="2713035"/>
              <a:ext cx="1441450" cy="71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812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BAAEB762-9A78-08D8-7693-9A8833C10D39}"/>
              </a:ext>
            </a:extLst>
          </p:cNvPr>
          <p:cNvSpPr/>
          <p:nvPr/>
        </p:nvSpPr>
        <p:spPr>
          <a:xfrm>
            <a:off x="874713" y="3079211"/>
            <a:ext cx="6121400" cy="26897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B0941A1-6A2E-26CE-97DA-547C0B706795}"/>
              </a:ext>
            </a:extLst>
          </p:cNvPr>
          <p:cNvSpPr/>
          <p:nvPr/>
        </p:nvSpPr>
        <p:spPr>
          <a:xfrm>
            <a:off x="874713" y="368300"/>
            <a:ext cx="6661150" cy="27109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7AE0A7-2833-468A-2887-3209F2127600}"/>
              </a:ext>
            </a:extLst>
          </p:cNvPr>
          <p:cNvSpPr/>
          <p:nvPr/>
        </p:nvSpPr>
        <p:spPr>
          <a:xfrm>
            <a:off x="1055688" y="1271587"/>
            <a:ext cx="1439862" cy="14398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6BD4BB50-0111-DB23-C59F-CD001BD9DC42}"/>
              </a:ext>
            </a:extLst>
          </p:cNvPr>
          <p:cNvCxnSpPr/>
          <p:nvPr/>
        </p:nvCxnSpPr>
        <p:spPr>
          <a:xfrm flipH="1">
            <a:off x="1055688" y="1271587"/>
            <a:ext cx="1439862" cy="143986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2000090D-1E16-1838-8320-A3F9C4477B38}"/>
              </a:ext>
            </a:extLst>
          </p:cNvPr>
          <p:cNvCxnSpPr>
            <a:cxnSpLocks/>
          </p:cNvCxnSpPr>
          <p:nvPr/>
        </p:nvCxnSpPr>
        <p:spPr>
          <a:xfrm flipH="1" flipV="1">
            <a:off x="1055688" y="1271587"/>
            <a:ext cx="1439862" cy="143986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543F6363-092E-72BE-EDB2-C835C4FD2D19}"/>
              </a:ext>
            </a:extLst>
          </p:cNvPr>
          <p:cNvSpPr txBox="1"/>
          <p:nvPr/>
        </p:nvSpPr>
        <p:spPr>
          <a:xfrm>
            <a:off x="1200150" y="1860713"/>
            <a:ext cx="1150938" cy="26161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PLACEHOLDER</a:t>
            </a:r>
            <a:endParaRPr lang="zh-TW" altLang="en-US" sz="1100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9CC8B46-DFFA-4028-954A-CA08CB63643E}"/>
              </a:ext>
            </a:extLst>
          </p:cNvPr>
          <p:cNvSpPr/>
          <p:nvPr/>
        </p:nvSpPr>
        <p:spPr>
          <a:xfrm>
            <a:off x="5915026" y="547101"/>
            <a:ext cx="1439862" cy="2162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EA78FBD7-435E-5C9C-10DB-9E3CE151C7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69" r="17934" b="1018"/>
          <a:stretch/>
        </p:blipFill>
        <p:spPr>
          <a:xfrm>
            <a:off x="4294188" y="549276"/>
            <a:ext cx="1439862" cy="216000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F3E233FD-C5B3-616D-0785-E23EBF0F59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19" b="1018"/>
          <a:stretch/>
        </p:blipFill>
        <p:spPr>
          <a:xfrm>
            <a:off x="2674937" y="549276"/>
            <a:ext cx="1440002" cy="216000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89364DBA-3EEA-377F-4127-EBD35C46B6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19" b="1018"/>
          <a:stretch/>
        </p:blipFill>
        <p:spPr>
          <a:xfrm>
            <a:off x="5915026" y="910362"/>
            <a:ext cx="1439862" cy="1440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D1D2010B-5F8A-A8F6-3E36-6146F6A1AA19}"/>
              </a:ext>
            </a:extLst>
          </p:cNvPr>
          <p:cNvSpPr/>
          <p:nvPr/>
        </p:nvSpPr>
        <p:spPr>
          <a:xfrm>
            <a:off x="2674938" y="549275"/>
            <a:ext cx="1439862" cy="21621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4B15E58-F186-070C-DCC0-95831CEF2BA9}"/>
              </a:ext>
            </a:extLst>
          </p:cNvPr>
          <p:cNvSpPr/>
          <p:nvPr/>
        </p:nvSpPr>
        <p:spPr>
          <a:xfrm>
            <a:off x="4294689" y="549275"/>
            <a:ext cx="1439862" cy="21621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EB8EC8B-6ECA-BAA6-869B-E09C90BF19AF}"/>
              </a:ext>
            </a:extLst>
          </p:cNvPr>
          <p:cNvSpPr/>
          <p:nvPr/>
        </p:nvSpPr>
        <p:spPr>
          <a:xfrm>
            <a:off x="5915027" y="549275"/>
            <a:ext cx="1439862" cy="21621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46D5613-148C-14B0-568F-A1B2234AB08A}"/>
              </a:ext>
            </a:extLst>
          </p:cNvPr>
          <p:cNvSpPr txBox="1"/>
          <p:nvPr/>
        </p:nvSpPr>
        <p:spPr>
          <a:xfrm>
            <a:off x="2707822" y="2709276"/>
            <a:ext cx="13740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dirty="0">
                <a:latin typeface="Consolas" panose="020B0609020204030204" pitchFamily="49" charset="0"/>
              </a:rPr>
              <a:t>fill (default)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6783135-4946-6C4A-2C38-681D16244C23}"/>
              </a:ext>
            </a:extLst>
          </p:cNvPr>
          <p:cNvSpPr txBox="1"/>
          <p:nvPr/>
        </p:nvSpPr>
        <p:spPr>
          <a:xfrm>
            <a:off x="4712563" y="2709276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dirty="0">
                <a:latin typeface="Consolas" panose="020B0609020204030204" pitchFamily="49" charset="0"/>
              </a:rPr>
              <a:t>cover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87591C8-730B-076D-D8BD-840B95D62854}"/>
              </a:ext>
            </a:extLst>
          </p:cNvPr>
          <p:cNvSpPr txBox="1"/>
          <p:nvPr/>
        </p:nvSpPr>
        <p:spPr>
          <a:xfrm>
            <a:off x="6245267" y="2709276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dirty="0">
                <a:latin typeface="Consolas" panose="020B0609020204030204" pitchFamily="49" charset="0"/>
              </a:rPr>
              <a:t>contain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D023B52-C159-5A71-3D5E-090A8252CF3A}"/>
              </a:ext>
            </a:extLst>
          </p:cNvPr>
          <p:cNvSpPr/>
          <p:nvPr/>
        </p:nvSpPr>
        <p:spPr>
          <a:xfrm>
            <a:off x="1055688" y="3429000"/>
            <a:ext cx="5761037" cy="7175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B84DBDE3-21D7-080D-73F1-E0920008F969}"/>
              </a:ext>
            </a:extLst>
          </p:cNvPr>
          <p:cNvSpPr/>
          <p:nvPr/>
        </p:nvSpPr>
        <p:spPr>
          <a:xfrm>
            <a:off x="1127125" y="3500438"/>
            <a:ext cx="1296988" cy="57626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0D9BFB0-F36D-C051-AB2F-0E1CA2919C31}"/>
              </a:ext>
            </a:extLst>
          </p:cNvPr>
          <p:cNvSpPr/>
          <p:nvPr/>
        </p:nvSpPr>
        <p:spPr>
          <a:xfrm>
            <a:off x="2567781" y="3500438"/>
            <a:ext cx="1296988" cy="57626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BBB9C3DD-07D7-724F-62E3-DC28F5D03ADD}"/>
              </a:ext>
            </a:extLst>
          </p:cNvPr>
          <p:cNvSpPr/>
          <p:nvPr/>
        </p:nvSpPr>
        <p:spPr>
          <a:xfrm>
            <a:off x="4008437" y="3500438"/>
            <a:ext cx="1296988" cy="57626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660313BE-6AED-D17D-4D87-98204A98D400}"/>
              </a:ext>
            </a:extLst>
          </p:cNvPr>
          <p:cNvSpPr txBox="1"/>
          <p:nvPr/>
        </p:nvSpPr>
        <p:spPr>
          <a:xfrm>
            <a:off x="1055688" y="3149062"/>
            <a:ext cx="5367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grid-template-columns: repeat(</a:t>
            </a:r>
            <a:r>
              <a:rPr lang="en-US" altLang="zh-TW" sz="1200" b="1" dirty="0">
                <a:latin typeface="Consolas" panose="020B0609020204030204" pitchFamily="49" charset="0"/>
              </a:rPr>
              <a:t>auto-fill</a:t>
            </a:r>
            <a:r>
              <a:rPr lang="en-US" altLang="zh-TW" sz="1200" dirty="0">
                <a:latin typeface="Consolas" panose="020B0609020204030204" pitchFamily="49" charset="0"/>
              </a:rPr>
              <a:t>, minmax(200px, 1fr));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5FC42CC-D2B2-0FA7-C9D9-B8F9360C97E9}"/>
              </a:ext>
            </a:extLst>
          </p:cNvPr>
          <p:cNvSpPr/>
          <p:nvPr/>
        </p:nvSpPr>
        <p:spPr>
          <a:xfrm>
            <a:off x="1055688" y="4868862"/>
            <a:ext cx="5761037" cy="7175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508B6844-4FD0-00ED-ED32-08C0F9419C70}"/>
              </a:ext>
            </a:extLst>
          </p:cNvPr>
          <p:cNvSpPr/>
          <p:nvPr/>
        </p:nvSpPr>
        <p:spPr>
          <a:xfrm>
            <a:off x="1135460" y="4940300"/>
            <a:ext cx="1771650" cy="57626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BFBD7FD4-9FB7-670C-FCD3-9BF9512C1CE4}"/>
              </a:ext>
            </a:extLst>
          </p:cNvPr>
          <p:cNvSpPr/>
          <p:nvPr/>
        </p:nvSpPr>
        <p:spPr>
          <a:xfrm>
            <a:off x="3049588" y="4940300"/>
            <a:ext cx="1771650" cy="57626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7D852C42-2FD2-A704-BDBD-754C09DC414E}"/>
              </a:ext>
            </a:extLst>
          </p:cNvPr>
          <p:cNvSpPr/>
          <p:nvPr/>
        </p:nvSpPr>
        <p:spPr>
          <a:xfrm>
            <a:off x="4972775" y="4940300"/>
            <a:ext cx="1771650" cy="57626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8ABFA25-1802-380C-0330-74F24F3D84BE}"/>
              </a:ext>
            </a:extLst>
          </p:cNvPr>
          <p:cNvSpPr txBox="1"/>
          <p:nvPr/>
        </p:nvSpPr>
        <p:spPr>
          <a:xfrm>
            <a:off x="1055688" y="4588924"/>
            <a:ext cx="5367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Consolas" panose="020B0609020204030204" pitchFamily="49" charset="0"/>
              </a:rPr>
              <a:t>grid-template-columns: repeat(</a:t>
            </a:r>
            <a:r>
              <a:rPr lang="en-US" altLang="zh-TW" sz="1200" b="1" dirty="0">
                <a:latin typeface="Consolas" panose="020B0609020204030204" pitchFamily="49" charset="0"/>
              </a:rPr>
              <a:t>auto-fit</a:t>
            </a:r>
            <a:r>
              <a:rPr lang="en-US" altLang="zh-TW" sz="1200" dirty="0">
                <a:latin typeface="Consolas" panose="020B0609020204030204" pitchFamily="49" charset="0"/>
              </a:rPr>
              <a:t>, minmax(200px, 1fr));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214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E0188EFB-DA88-264C-3F6E-BCBCF1A259E3}"/>
              </a:ext>
            </a:extLst>
          </p:cNvPr>
          <p:cNvGrpSpPr/>
          <p:nvPr/>
        </p:nvGrpSpPr>
        <p:grpSpPr>
          <a:xfrm>
            <a:off x="891095" y="368300"/>
            <a:ext cx="5015929" cy="6300788"/>
            <a:chOff x="891095" y="368300"/>
            <a:chExt cx="5015929" cy="630078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DCC1F4B-3DED-3891-D087-27F9CB86A874}"/>
                </a:ext>
              </a:extLst>
            </p:cNvPr>
            <p:cNvSpPr>
              <a:spLocks/>
            </p:cNvSpPr>
            <p:nvPr/>
          </p:nvSpPr>
          <p:spPr>
            <a:xfrm>
              <a:off x="891095" y="368300"/>
              <a:ext cx="5015929" cy="63007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43015AA-3E92-6CA0-39F3-BE787FDDEC36}"/>
                </a:ext>
              </a:extLst>
            </p:cNvPr>
            <p:cNvSpPr/>
            <p:nvPr/>
          </p:nvSpPr>
          <p:spPr>
            <a:xfrm>
              <a:off x="1055688" y="549275"/>
              <a:ext cx="1439862" cy="180022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04605E9-1441-E066-B0B1-04846F5E605E}"/>
                </a:ext>
              </a:extLst>
            </p:cNvPr>
            <p:cNvSpPr/>
            <p:nvPr/>
          </p:nvSpPr>
          <p:spPr>
            <a:xfrm>
              <a:off x="1055688" y="2530475"/>
              <a:ext cx="1439862" cy="180022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C118D97-2143-04BB-1B83-F1E406A5C615}"/>
                </a:ext>
              </a:extLst>
            </p:cNvPr>
            <p:cNvSpPr/>
            <p:nvPr/>
          </p:nvSpPr>
          <p:spPr>
            <a:xfrm>
              <a:off x="1055688" y="4511675"/>
              <a:ext cx="1439862" cy="180022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C43A5AD-2FA5-A54C-7619-D9FFA8EF4633}"/>
                </a:ext>
              </a:extLst>
            </p:cNvPr>
            <p:cNvSpPr/>
            <p:nvPr/>
          </p:nvSpPr>
          <p:spPr>
            <a:xfrm>
              <a:off x="2676526" y="549275"/>
              <a:ext cx="1439862" cy="127647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35D0F07-A95E-7521-DA07-C57F68E5650D}"/>
                </a:ext>
              </a:extLst>
            </p:cNvPr>
            <p:cNvSpPr/>
            <p:nvPr/>
          </p:nvSpPr>
          <p:spPr>
            <a:xfrm>
              <a:off x="2676526" y="2006727"/>
              <a:ext cx="1439862" cy="106191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C79C4D3-DECF-A715-30CB-82F6CE2E794A}"/>
                </a:ext>
              </a:extLst>
            </p:cNvPr>
            <p:cNvSpPr/>
            <p:nvPr/>
          </p:nvSpPr>
          <p:spPr>
            <a:xfrm>
              <a:off x="2676526" y="3259202"/>
              <a:ext cx="1439862" cy="125247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82B85ED-7209-1628-F731-345BC9FDAAE8}"/>
                </a:ext>
              </a:extLst>
            </p:cNvPr>
            <p:cNvSpPr/>
            <p:nvPr/>
          </p:nvSpPr>
          <p:spPr>
            <a:xfrm>
              <a:off x="2676526" y="4702240"/>
              <a:ext cx="1439862" cy="125247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38E983A-EB44-0947-20DD-07EF61D6E1C1}"/>
                </a:ext>
              </a:extLst>
            </p:cNvPr>
            <p:cNvSpPr/>
            <p:nvPr/>
          </p:nvSpPr>
          <p:spPr>
            <a:xfrm>
              <a:off x="4295776" y="549275"/>
              <a:ext cx="1439862" cy="19812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26FA276-E075-E333-2350-AE00D97CC75C}"/>
                </a:ext>
              </a:extLst>
            </p:cNvPr>
            <p:cNvSpPr/>
            <p:nvPr/>
          </p:nvSpPr>
          <p:spPr>
            <a:xfrm>
              <a:off x="4295776" y="2711450"/>
              <a:ext cx="1439862" cy="12573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F0B06AB-18D6-28F7-3A6A-6F258D2501FF}"/>
                </a:ext>
              </a:extLst>
            </p:cNvPr>
            <p:cNvSpPr/>
            <p:nvPr/>
          </p:nvSpPr>
          <p:spPr>
            <a:xfrm>
              <a:off x="4295776" y="4149725"/>
              <a:ext cx="1439862" cy="233997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2143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>
            <a:extLst>
              <a:ext uri="{FF2B5EF4-FFF2-40B4-BE49-F238E27FC236}">
                <a16:creationId xmlns:a16="http://schemas.microsoft.com/office/drawing/2014/main" id="{1D94FBE2-F7FF-FF32-6F47-A40B67E92ACA}"/>
              </a:ext>
            </a:extLst>
          </p:cNvPr>
          <p:cNvSpPr/>
          <p:nvPr/>
        </p:nvSpPr>
        <p:spPr>
          <a:xfrm>
            <a:off x="1055688" y="0"/>
            <a:ext cx="8101012" cy="6669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5F105B80-D9A0-DF09-0AD2-56E52FBE7A9B}"/>
              </a:ext>
            </a:extLst>
          </p:cNvPr>
          <p:cNvCxnSpPr>
            <a:cxnSpLocks/>
          </p:cNvCxnSpPr>
          <p:nvPr/>
        </p:nvCxnSpPr>
        <p:spPr>
          <a:xfrm>
            <a:off x="1055688" y="549275"/>
            <a:ext cx="81010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CF521D6B-44ED-28A0-76B8-F92851248119}"/>
              </a:ext>
            </a:extLst>
          </p:cNvPr>
          <p:cNvSpPr txBox="1"/>
          <p:nvPr/>
        </p:nvSpPr>
        <p:spPr>
          <a:xfrm>
            <a:off x="1055688" y="728663"/>
            <a:ext cx="14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Consolas" panose="020B0609020204030204" pitchFamily="49" charset="0"/>
              </a:rPr>
              <a:t>justify-items</a:t>
            </a:r>
          </a:p>
          <a:p>
            <a:r>
              <a:rPr lang="en-US" altLang="zh-TW" sz="1400" dirty="0">
                <a:latin typeface="Consolas" panose="020B0609020204030204" pitchFamily="49" charset="0"/>
              </a:rPr>
              <a:t>align-items</a:t>
            </a:r>
            <a:endParaRPr lang="zh-TW" altLang="en-US" sz="1400" dirty="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2728B73-7188-B352-43DF-1D375D99D107}"/>
              </a:ext>
            </a:extLst>
          </p:cNvPr>
          <p:cNvSpPr txBox="1"/>
          <p:nvPr/>
        </p:nvSpPr>
        <p:spPr>
          <a:xfrm>
            <a:off x="3216275" y="728663"/>
            <a:ext cx="137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Grid container</a:t>
            </a:r>
          </a:p>
          <a:p>
            <a:r>
              <a:rPr lang="zh-TW" altLang="en-US" sz="14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網格容器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423A90-7DC7-78BC-85FE-B928483F9BA6}"/>
              </a:ext>
            </a:extLst>
          </p:cNvPr>
          <p:cNvSpPr txBox="1"/>
          <p:nvPr/>
        </p:nvSpPr>
        <p:spPr>
          <a:xfrm>
            <a:off x="5375276" y="728663"/>
            <a:ext cx="10810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對齊多個網格區域裡的多個項目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AA2C9DD-EC3C-39A9-3570-B90752DB3740}"/>
              </a:ext>
            </a:extLst>
          </p:cNvPr>
          <p:cNvSpPr txBox="1"/>
          <p:nvPr/>
        </p:nvSpPr>
        <p:spPr>
          <a:xfrm>
            <a:off x="5375275" y="23604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對齊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DDC0504-0FF2-9F11-1C27-853B16FC460F}"/>
              </a:ext>
            </a:extLst>
          </p:cNvPr>
          <p:cNvSpPr txBox="1"/>
          <p:nvPr/>
        </p:nvSpPr>
        <p:spPr>
          <a:xfrm>
            <a:off x="3216275" y="23604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套用在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0DFD4BF-2B00-A4E5-2152-E5A47736E359}"/>
              </a:ext>
            </a:extLst>
          </p:cNvPr>
          <p:cNvSpPr txBox="1"/>
          <p:nvPr/>
        </p:nvSpPr>
        <p:spPr>
          <a:xfrm>
            <a:off x="1057275" y="23604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屬性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D1AF5F-9C4D-EC68-2987-80C1E900BDCF}"/>
              </a:ext>
            </a:extLst>
          </p:cNvPr>
          <p:cNvSpPr/>
          <p:nvPr/>
        </p:nvSpPr>
        <p:spPr>
          <a:xfrm>
            <a:off x="6635750" y="728662"/>
            <a:ext cx="2339975" cy="1800226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6FFE1767-4C9A-6630-2D2C-A533F0CD92F6}"/>
              </a:ext>
            </a:extLst>
          </p:cNvPr>
          <p:cNvCxnSpPr>
            <a:stCxn id="17" idx="1"/>
            <a:endCxn id="17" idx="3"/>
          </p:cNvCxnSpPr>
          <p:nvPr/>
        </p:nvCxnSpPr>
        <p:spPr>
          <a:xfrm>
            <a:off x="6635750" y="1628775"/>
            <a:ext cx="233997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E9BAD3FB-5F14-1958-103C-C28BCD7AC69B}"/>
              </a:ext>
            </a:extLst>
          </p:cNvPr>
          <p:cNvCxnSpPr>
            <a:cxnSpLocks/>
            <a:stCxn id="17" idx="0"/>
            <a:endCxn id="17" idx="2"/>
          </p:cNvCxnSpPr>
          <p:nvPr/>
        </p:nvCxnSpPr>
        <p:spPr>
          <a:xfrm>
            <a:off x="7805738" y="728662"/>
            <a:ext cx="0" cy="180022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40DD3611-E14C-E4D3-BEFD-1B68DD5CF367}"/>
              </a:ext>
            </a:extLst>
          </p:cNvPr>
          <p:cNvSpPr/>
          <p:nvPr/>
        </p:nvSpPr>
        <p:spPr>
          <a:xfrm>
            <a:off x="6816387" y="1268414"/>
            <a:ext cx="359110" cy="2524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B881888-E535-C8C9-07EA-0BC50F6E38E4}"/>
              </a:ext>
            </a:extLst>
          </p:cNvPr>
          <p:cNvSpPr/>
          <p:nvPr/>
        </p:nvSpPr>
        <p:spPr>
          <a:xfrm>
            <a:off x="6816387" y="2168527"/>
            <a:ext cx="359110" cy="2524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29AE43F-7BEF-0120-5358-8A10E869FD4B}"/>
              </a:ext>
            </a:extLst>
          </p:cNvPr>
          <p:cNvSpPr/>
          <p:nvPr/>
        </p:nvSpPr>
        <p:spPr>
          <a:xfrm>
            <a:off x="7985125" y="1268414"/>
            <a:ext cx="359110" cy="2524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9619471-C70F-84E6-983F-8380E50C05E6}"/>
              </a:ext>
            </a:extLst>
          </p:cNvPr>
          <p:cNvSpPr/>
          <p:nvPr/>
        </p:nvSpPr>
        <p:spPr>
          <a:xfrm>
            <a:off x="7985125" y="2168527"/>
            <a:ext cx="359110" cy="2524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9A76194B-9137-D0EB-FC81-B35CD9BE0A66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7175497" y="1394620"/>
            <a:ext cx="6302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8D82B6C0-D80E-CBFE-9DAA-295B6CC1ECB6}"/>
              </a:ext>
            </a:extLst>
          </p:cNvPr>
          <p:cNvCxnSpPr>
            <a:cxnSpLocks/>
          </p:cNvCxnSpPr>
          <p:nvPr/>
        </p:nvCxnSpPr>
        <p:spPr>
          <a:xfrm>
            <a:off x="8344235" y="1394620"/>
            <a:ext cx="6302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44C7A5CC-4546-5C6F-F4AA-9FE35F1E25B8}"/>
              </a:ext>
            </a:extLst>
          </p:cNvPr>
          <p:cNvCxnSpPr>
            <a:cxnSpLocks/>
          </p:cNvCxnSpPr>
          <p:nvPr/>
        </p:nvCxnSpPr>
        <p:spPr>
          <a:xfrm>
            <a:off x="8344235" y="2294733"/>
            <a:ext cx="6302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5CC724FE-1A53-4FAC-0B6B-B8F4E3E9908B}"/>
              </a:ext>
            </a:extLst>
          </p:cNvPr>
          <p:cNvCxnSpPr>
            <a:cxnSpLocks/>
          </p:cNvCxnSpPr>
          <p:nvPr/>
        </p:nvCxnSpPr>
        <p:spPr>
          <a:xfrm flipV="1">
            <a:off x="6995942" y="735014"/>
            <a:ext cx="0" cy="53339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BCE10932-DE38-6038-899A-CED12D783B11}"/>
              </a:ext>
            </a:extLst>
          </p:cNvPr>
          <p:cNvCxnSpPr>
            <a:cxnSpLocks/>
          </p:cNvCxnSpPr>
          <p:nvPr/>
        </p:nvCxnSpPr>
        <p:spPr>
          <a:xfrm flipV="1">
            <a:off x="8164680" y="735014"/>
            <a:ext cx="0" cy="53339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CFC344B5-8130-9D05-4455-4EBDF4C1895B}"/>
              </a:ext>
            </a:extLst>
          </p:cNvPr>
          <p:cNvCxnSpPr>
            <a:cxnSpLocks/>
          </p:cNvCxnSpPr>
          <p:nvPr/>
        </p:nvCxnSpPr>
        <p:spPr>
          <a:xfrm flipV="1">
            <a:off x="6995942" y="1635128"/>
            <a:ext cx="0" cy="53339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15A346AC-8939-2978-7690-9AB614594997}"/>
              </a:ext>
            </a:extLst>
          </p:cNvPr>
          <p:cNvCxnSpPr>
            <a:cxnSpLocks/>
          </p:cNvCxnSpPr>
          <p:nvPr/>
        </p:nvCxnSpPr>
        <p:spPr>
          <a:xfrm flipV="1">
            <a:off x="8164680" y="1635128"/>
            <a:ext cx="0" cy="53339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3A33226-ED20-2938-2241-719153E9683E}"/>
              </a:ext>
            </a:extLst>
          </p:cNvPr>
          <p:cNvCxnSpPr>
            <a:cxnSpLocks/>
          </p:cNvCxnSpPr>
          <p:nvPr/>
        </p:nvCxnSpPr>
        <p:spPr>
          <a:xfrm>
            <a:off x="1055688" y="2709861"/>
            <a:ext cx="81010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02CE332-2C6A-F260-296C-86D80753BBE2}"/>
              </a:ext>
            </a:extLst>
          </p:cNvPr>
          <p:cNvSpPr txBox="1"/>
          <p:nvPr/>
        </p:nvSpPr>
        <p:spPr>
          <a:xfrm>
            <a:off x="1055688" y="2889249"/>
            <a:ext cx="1377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Consolas" panose="020B0609020204030204" pitchFamily="49" charset="0"/>
              </a:rPr>
              <a:t>justify-self</a:t>
            </a:r>
          </a:p>
          <a:p>
            <a:r>
              <a:rPr lang="en-US" altLang="zh-TW" sz="1400" dirty="0">
                <a:latin typeface="Consolas" panose="020B0609020204030204" pitchFamily="49" charset="0"/>
              </a:rPr>
              <a:t>align-self</a:t>
            </a:r>
            <a:endParaRPr lang="zh-TW" altLang="en-US" sz="1400" dirty="0">
              <a:latin typeface="Consolas" panose="020B0609020204030204" pitchFamily="49" charset="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9F3DC053-8E3E-2813-31CC-DAECE41AD6B9}"/>
              </a:ext>
            </a:extLst>
          </p:cNvPr>
          <p:cNvSpPr txBox="1"/>
          <p:nvPr/>
        </p:nvSpPr>
        <p:spPr>
          <a:xfrm>
            <a:off x="3216275" y="2889249"/>
            <a:ext cx="957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Grid item</a:t>
            </a:r>
          </a:p>
          <a:p>
            <a:r>
              <a:rPr lang="zh-TW" altLang="en-US" sz="14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網格項目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F6FA9E0E-6066-203F-E395-A3A8C5D2E957}"/>
              </a:ext>
            </a:extLst>
          </p:cNvPr>
          <p:cNvSpPr txBox="1"/>
          <p:nvPr/>
        </p:nvSpPr>
        <p:spPr>
          <a:xfrm>
            <a:off x="5375276" y="2889249"/>
            <a:ext cx="10810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對齊一個網格區域裡的項目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E10E4E8-0137-88A8-AD0D-B96A60DE9A52}"/>
              </a:ext>
            </a:extLst>
          </p:cNvPr>
          <p:cNvSpPr/>
          <p:nvPr/>
        </p:nvSpPr>
        <p:spPr>
          <a:xfrm>
            <a:off x="6816388" y="2889249"/>
            <a:ext cx="1981199" cy="16192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5ED31CB-09E7-65DE-E38E-E569BE34B593}"/>
              </a:ext>
            </a:extLst>
          </p:cNvPr>
          <p:cNvSpPr/>
          <p:nvPr/>
        </p:nvSpPr>
        <p:spPr>
          <a:xfrm>
            <a:off x="7356134" y="3428999"/>
            <a:ext cx="901703" cy="541338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E25BABF5-742D-5DC7-DECC-E32891D16D7E}"/>
              </a:ext>
            </a:extLst>
          </p:cNvPr>
          <p:cNvCxnSpPr>
            <a:cxnSpLocks/>
          </p:cNvCxnSpPr>
          <p:nvPr/>
        </p:nvCxnSpPr>
        <p:spPr>
          <a:xfrm flipV="1">
            <a:off x="7806987" y="2889249"/>
            <a:ext cx="0" cy="53339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E3270990-887F-69C7-F9C4-2FC0BCFB5D20}"/>
              </a:ext>
            </a:extLst>
          </p:cNvPr>
          <p:cNvCxnSpPr>
            <a:cxnSpLocks/>
          </p:cNvCxnSpPr>
          <p:nvPr/>
        </p:nvCxnSpPr>
        <p:spPr>
          <a:xfrm flipV="1">
            <a:off x="7806987" y="3970337"/>
            <a:ext cx="0" cy="53339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99ABEA5E-19ED-A1C3-BDA0-82F540F2A623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6816387" y="3698875"/>
            <a:ext cx="539747" cy="79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069795A1-1781-4A8F-3ACC-87279B9D5244}"/>
              </a:ext>
            </a:extLst>
          </p:cNvPr>
          <p:cNvCxnSpPr>
            <a:cxnSpLocks/>
          </p:cNvCxnSpPr>
          <p:nvPr/>
        </p:nvCxnSpPr>
        <p:spPr>
          <a:xfrm>
            <a:off x="8257840" y="3698875"/>
            <a:ext cx="539747" cy="79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250CC8A7-D246-A888-8449-9C28651A2563}"/>
              </a:ext>
            </a:extLst>
          </p:cNvPr>
          <p:cNvSpPr/>
          <p:nvPr/>
        </p:nvSpPr>
        <p:spPr>
          <a:xfrm>
            <a:off x="6816388" y="4870192"/>
            <a:ext cx="1981199" cy="1619252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311FA24-A26E-33E3-9F80-81DDD6970888}"/>
              </a:ext>
            </a:extLst>
          </p:cNvPr>
          <p:cNvSpPr/>
          <p:nvPr/>
        </p:nvSpPr>
        <p:spPr>
          <a:xfrm>
            <a:off x="7356134" y="5409942"/>
            <a:ext cx="901703" cy="5413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2" name="直線單箭頭接點 81">
            <a:extLst>
              <a:ext uri="{FF2B5EF4-FFF2-40B4-BE49-F238E27FC236}">
                <a16:creationId xmlns:a16="http://schemas.microsoft.com/office/drawing/2014/main" id="{9D9215DC-73D2-30B0-0BA8-360F25510379}"/>
              </a:ext>
            </a:extLst>
          </p:cNvPr>
          <p:cNvCxnSpPr>
            <a:cxnSpLocks/>
          </p:cNvCxnSpPr>
          <p:nvPr/>
        </p:nvCxnSpPr>
        <p:spPr>
          <a:xfrm flipV="1">
            <a:off x="7806987" y="4870192"/>
            <a:ext cx="0" cy="53339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45A62616-8FD3-180B-CCB0-F7687CFB8222}"/>
              </a:ext>
            </a:extLst>
          </p:cNvPr>
          <p:cNvCxnSpPr>
            <a:cxnSpLocks/>
          </p:cNvCxnSpPr>
          <p:nvPr/>
        </p:nvCxnSpPr>
        <p:spPr>
          <a:xfrm flipV="1">
            <a:off x="7806987" y="5951280"/>
            <a:ext cx="0" cy="53339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48697CF3-1E5E-E39D-4FD4-35A92093B0B5}"/>
              </a:ext>
            </a:extLst>
          </p:cNvPr>
          <p:cNvCxnSpPr>
            <a:cxnSpLocks/>
            <a:endCxn id="81" idx="1"/>
          </p:cNvCxnSpPr>
          <p:nvPr/>
        </p:nvCxnSpPr>
        <p:spPr>
          <a:xfrm>
            <a:off x="6816387" y="5679818"/>
            <a:ext cx="539747" cy="79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2A816B74-7A18-616A-B4BC-04A32B769D3D}"/>
              </a:ext>
            </a:extLst>
          </p:cNvPr>
          <p:cNvCxnSpPr>
            <a:cxnSpLocks/>
          </p:cNvCxnSpPr>
          <p:nvPr/>
        </p:nvCxnSpPr>
        <p:spPr>
          <a:xfrm>
            <a:off x="8257840" y="5679818"/>
            <a:ext cx="539747" cy="79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A71D6D0C-EE0B-6FF2-4B16-90525F31F071}"/>
              </a:ext>
            </a:extLst>
          </p:cNvPr>
          <p:cNvSpPr/>
          <p:nvPr/>
        </p:nvSpPr>
        <p:spPr>
          <a:xfrm>
            <a:off x="7433926" y="5463125"/>
            <a:ext cx="409574" cy="24407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EC02E52-2920-F93E-A02C-A19EC08C506C}"/>
              </a:ext>
            </a:extLst>
          </p:cNvPr>
          <p:cNvSpPr/>
          <p:nvPr/>
        </p:nvSpPr>
        <p:spPr>
          <a:xfrm>
            <a:off x="7921289" y="5463125"/>
            <a:ext cx="244473" cy="24407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4A003D4-0FE3-C42D-5E1F-49244B3AFD65}"/>
              </a:ext>
            </a:extLst>
          </p:cNvPr>
          <p:cNvSpPr/>
          <p:nvPr/>
        </p:nvSpPr>
        <p:spPr>
          <a:xfrm>
            <a:off x="7921289" y="5760386"/>
            <a:ext cx="244473" cy="1230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45204A8-EFF0-6D28-466E-31CAFC515115}"/>
              </a:ext>
            </a:extLst>
          </p:cNvPr>
          <p:cNvSpPr/>
          <p:nvPr/>
        </p:nvSpPr>
        <p:spPr>
          <a:xfrm>
            <a:off x="7433925" y="5760386"/>
            <a:ext cx="409573" cy="1230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5D05FACF-AAB2-93CA-6C4F-5247EC7A9D82}"/>
              </a:ext>
            </a:extLst>
          </p:cNvPr>
          <p:cNvCxnSpPr>
            <a:cxnSpLocks/>
          </p:cNvCxnSpPr>
          <p:nvPr/>
        </p:nvCxnSpPr>
        <p:spPr>
          <a:xfrm>
            <a:off x="1055688" y="4683756"/>
            <a:ext cx="81010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56E8998B-DAD3-53E3-05D5-59CFD1B04F3D}"/>
              </a:ext>
            </a:extLst>
          </p:cNvPr>
          <p:cNvSpPr txBox="1"/>
          <p:nvPr/>
        </p:nvSpPr>
        <p:spPr>
          <a:xfrm>
            <a:off x="1055688" y="4863144"/>
            <a:ext cx="167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Consolas" panose="020B0609020204030204" pitchFamily="49" charset="0"/>
              </a:rPr>
              <a:t>justify-content</a:t>
            </a:r>
          </a:p>
          <a:p>
            <a:r>
              <a:rPr lang="en-US" altLang="zh-TW" sz="1400" dirty="0">
                <a:latin typeface="Consolas" panose="020B0609020204030204" pitchFamily="49" charset="0"/>
              </a:rPr>
              <a:t>align-content</a:t>
            </a:r>
            <a:endParaRPr lang="zh-TW" altLang="en-US" sz="1400" dirty="0">
              <a:latin typeface="Consolas" panose="020B0609020204030204" pitchFamily="49" charset="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BCBD796A-8F7D-C826-E3BD-06D36548712F}"/>
              </a:ext>
            </a:extLst>
          </p:cNvPr>
          <p:cNvSpPr txBox="1"/>
          <p:nvPr/>
        </p:nvSpPr>
        <p:spPr>
          <a:xfrm>
            <a:off x="3216275" y="4863144"/>
            <a:ext cx="137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Grid container</a:t>
            </a:r>
          </a:p>
          <a:p>
            <a:r>
              <a:rPr lang="zh-TW" altLang="en-US" sz="14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網格容器</a:t>
            </a: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2915A547-7092-1685-2736-01A00648F0A8}"/>
              </a:ext>
            </a:extLst>
          </p:cNvPr>
          <p:cNvSpPr txBox="1"/>
          <p:nvPr/>
        </p:nvSpPr>
        <p:spPr>
          <a:xfrm>
            <a:off x="5375276" y="4863144"/>
            <a:ext cx="1081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對齊容器裡的網格軌道</a:t>
            </a:r>
          </a:p>
        </p:txBody>
      </p:sp>
    </p:spTree>
    <p:extLst>
      <p:ext uri="{BB962C8B-B14F-4D97-AF65-F5344CB8AC3E}">
        <p14:creationId xmlns:p14="http://schemas.microsoft.com/office/powerpoint/2010/main" val="1042070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6399</TotalTime>
  <Words>900</Words>
  <Application>Microsoft Office PowerPoint</Application>
  <PresentationFormat>寬螢幕</PresentationFormat>
  <Paragraphs>278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Noto Sans TC</vt:lpstr>
      <vt:lpstr>Aptos</vt:lpstr>
      <vt:lpstr>Aptos Display</vt:lpstr>
      <vt:lpstr>Arial</vt:lpstr>
      <vt:lpstr>Consolas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証棨 楊</dc:creator>
  <cp:lastModifiedBy>証棨 楊</cp:lastModifiedBy>
  <cp:revision>15</cp:revision>
  <dcterms:created xsi:type="dcterms:W3CDTF">2025-05-06T15:01:30Z</dcterms:created>
  <dcterms:modified xsi:type="dcterms:W3CDTF">2025-05-11T01:40:45Z</dcterms:modified>
</cp:coreProperties>
</file>